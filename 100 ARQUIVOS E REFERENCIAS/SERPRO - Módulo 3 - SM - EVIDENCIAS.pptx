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263" r:id="rId1"/>
  </p:sldMasterIdLst>
  <p:notesMasterIdLst>
    <p:notesMasterId r:id="rId14"/>
  </p:notesMasterIdLst>
  <p:sldIdLst>
    <p:sldId id="387" r:id="rId2"/>
    <p:sldId id="405" r:id="rId3"/>
    <p:sldId id="345" r:id="rId4"/>
    <p:sldId id="346" r:id="rId5"/>
    <p:sldId id="347" r:id="rId6"/>
    <p:sldId id="348" r:id="rId7"/>
    <p:sldId id="352" r:id="rId8"/>
    <p:sldId id="353" r:id="rId9"/>
    <p:sldId id="356" r:id="rId10"/>
    <p:sldId id="358" r:id="rId11"/>
    <p:sldId id="388" r:id="rId12"/>
    <p:sldId id="403" r:id="rId13"/>
  </p:sldIdLst>
  <p:sldSz cx="12192000" cy="6858000"/>
  <p:notesSz cx="6858000" cy="9144000"/>
  <p:embeddedFontLst>
    <p:embeddedFont>
      <p:font typeface="Aharoni" panose="02010803020104030203" pitchFamily="2" charset="-79"/>
      <p:bold r:id="rId15"/>
    </p:embeddedFont>
    <p:embeddedFont>
      <p:font typeface="Trebuchet MS" panose="020B0603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">
          <p15:clr>
            <a:srgbClr val="9AA0A6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A5E3"/>
    <a:srgbClr val="B07BD7"/>
    <a:srgbClr val="57257D"/>
    <a:srgbClr val="1DDDD9"/>
    <a:srgbClr val="D7D200"/>
    <a:srgbClr val="C9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4BA163-AE14-474C-92B4-C3A6C1A6818B}">
  <a:tblStyle styleId="{F04BA163-AE14-474C-92B4-C3A6C1A6818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7EA"/>
          </a:solidFill>
        </a:fill>
      </a:tcStyle>
    </a:wholeTbl>
    <a:band1H>
      <a:tcTxStyle/>
      <a:tcStyle>
        <a:tcBdr/>
        <a:fill>
          <a:solidFill>
            <a:srgbClr val="F4CCD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4CCD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B346CBC-CFF9-43AD-AFC6-9195B9394B4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7EA"/>
          </a:solidFill>
        </a:fill>
      </a:tcStyle>
    </a:wholeTbl>
    <a:band1H>
      <a:tcTxStyle b="off" i="off"/>
      <a:tcStyle>
        <a:tcBdr/>
        <a:fill>
          <a:solidFill>
            <a:srgbClr val="F4CCD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4CCD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1900" autoAdjust="0"/>
  </p:normalViewPr>
  <p:slideViewPr>
    <p:cSldViewPr snapToGrid="0">
      <p:cViewPr varScale="1">
        <p:scale>
          <a:sx n="72" d="100"/>
          <a:sy n="72" d="100"/>
        </p:scale>
        <p:origin x="666" y="72"/>
      </p:cViewPr>
      <p:guideLst>
        <p:guide orient="horz" pos="1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34739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1" name="Google Shape;5841;gd09b65d6e5_1_10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2" name="Google Shape;5842;gd09b65d6e5_1_104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1" dirty="0"/>
          </a:p>
        </p:txBody>
      </p:sp>
      <p:sp>
        <p:nvSpPr>
          <p:cNvPr id="5843" name="Google Shape;5843;gd09b65d6e5_1_104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449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" name="Google Shape;5918;gd09b65d6e5_1_12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9" name="Google Shape;5919;gd09b65d6e5_1_12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1" dirty="0"/>
          </a:p>
        </p:txBody>
      </p:sp>
      <p:sp>
        <p:nvSpPr>
          <p:cNvPr id="5920" name="Google Shape;5920;gd09b65d6e5_1_12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725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5" name="Google Shape;5935;gd09b65d6e5_1_12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6" name="Google Shape;5936;gd09b65d6e5_1_12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1"/>
          </a:p>
        </p:txBody>
      </p:sp>
      <p:sp>
        <p:nvSpPr>
          <p:cNvPr id="5937" name="Google Shape;5937;gd09b65d6e5_1_123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930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3" name="Google Shape;5953;gd09b65d6e5_1_12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54" name="Google Shape;5954;gd09b65d6e5_1_123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1"/>
          </a:p>
        </p:txBody>
      </p:sp>
      <p:sp>
        <p:nvSpPr>
          <p:cNvPr id="5955" name="Google Shape;5955;gd09b65d6e5_1_123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7762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5" name="Google Shape;5965;gd09b65d6e5_1_12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6" name="Google Shape;5966;gd09b65d6e5_1_124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1" dirty="0"/>
          </a:p>
        </p:txBody>
      </p:sp>
      <p:sp>
        <p:nvSpPr>
          <p:cNvPr id="5967" name="Google Shape;5967;gd09b65d6e5_1_124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9018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3" name="Google Shape;5983;gd09b65d6e5_1_12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4" name="Google Shape;5984;gd09b65d6e5_1_125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1"/>
          </a:p>
        </p:txBody>
      </p:sp>
      <p:sp>
        <p:nvSpPr>
          <p:cNvPr id="5985" name="Google Shape;5985;gd09b65d6e5_1_12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3957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5" name="Google Shape;6055;gd09b65d6e5_1_15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6" name="Google Shape;6056;gd09b65d6e5_1_152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6057" name="Google Shape;6057;gd09b65d6e5_1_152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296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" name="Google Shape;6072;gd09b65d6e5_1_15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73" name="Google Shape;6073;gd09b65d6e5_1_153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1"/>
          </a:p>
        </p:txBody>
      </p:sp>
      <p:sp>
        <p:nvSpPr>
          <p:cNvPr id="6074" name="Google Shape;6074;gd09b65d6e5_1_153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2815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6" name="Google Shape;6126;gd0b68135f7_0_2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7" name="Google Shape;6127;gd0b68135f7_0_29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1"/>
          </a:p>
        </p:txBody>
      </p:sp>
      <p:sp>
        <p:nvSpPr>
          <p:cNvPr id="6128" name="Google Shape;6128;gd0b68135f7_0_29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4707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1" name="Google Shape;6171;gd0b68135f7_0_3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2" name="Google Shape;6172;gd0b68135f7_0_3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Update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b="1"/>
          </a:p>
        </p:txBody>
      </p:sp>
      <p:sp>
        <p:nvSpPr>
          <p:cNvPr id="6173" name="Google Shape;6173;gd0b68135f7_0_3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6310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0" name="Google Shape;6370;gd0b68135f7_0_3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1" name="Google Shape;6371;gd0b68135f7_0_36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1" dirty="0"/>
          </a:p>
        </p:txBody>
      </p:sp>
      <p:sp>
        <p:nvSpPr>
          <p:cNvPr id="6372" name="Google Shape;6372;gd0b68135f7_0_36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12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765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1 2 2 1 1 2">
  <p:cSld name="Slide de Título 1 1 2 2 1 1 2"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10800000" flipH="1">
            <a:off x="-10075" y="-38100"/>
            <a:ext cx="12212100" cy="293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3D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3"/>
          <p:cNvGrpSpPr/>
          <p:nvPr/>
        </p:nvGrpSpPr>
        <p:grpSpPr>
          <a:xfrm rot="5400000">
            <a:off x="131775" y="275400"/>
            <a:ext cx="838200" cy="477900"/>
            <a:chOff x="74625" y="549275"/>
            <a:chExt cx="838200" cy="477900"/>
          </a:xfrm>
        </p:grpSpPr>
        <p:sp>
          <p:nvSpPr>
            <p:cNvPr id="18" name="Google Shape;18;p3"/>
            <p:cNvSpPr/>
            <p:nvPr/>
          </p:nvSpPr>
          <p:spPr>
            <a:xfrm>
              <a:off x="43657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985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43657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7985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746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746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24;p3"/>
          <p:cNvGrpSpPr/>
          <p:nvPr/>
        </p:nvGrpSpPr>
        <p:grpSpPr>
          <a:xfrm>
            <a:off x="9317825" y="6217007"/>
            <a:ext cx="2377251" cy="371625"/>
            <a:chOff x="9317825" y="6217007"/>
            <a:chExt cx="2377251" cy="371625"/>
          </a:xfrm>
        </p:grpSpPr>
        <p:pic>
          <p:nvPicPr>
            <p:cNvPr id="25" name="Google Shape;25;p3"/>
            <p:cNvPicPr preferRelativeResize="0"/>
            <p:nvPr/>
          </p:nvPicPr>
          <p:blipFill rotWithShape="1">
            <a:blip r:embed="rId2">
              <a:alphaModFix/>
            </a:blip>
            <a:srcRect l="72020" t="25221" b="7808"/>
            <a:stretch/>
          </p:blipFill>
          <p:spPr>
            <a:xfrm>
              <a:off x="9317825" y="6282625"/>
              <a:ext cx="617000" cy="240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1 2">
  <p:cSld name="Slide de Título 1 1 2"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 l="35680" r="-11306"/>
          <a:stretch/>
        </p:blipFill>
        <p:spPr>
          <a:xfrm>
            <a:off x="0" y="0"/>
            <a:ext cx="92202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/>
          <p:cNvPicPr preferRelativeResize="0"/>
          <p:nvPr/>
        </p:nvPicPr>
        <p:blipFill rotWithShape="1">
          <a:blip r:embed="rId3">
            <a:alphaModFix amt="80000"/>
          </a:blip>
          <a:srcRect l="10145" t="8790" r="18405" b="51560"/>
          <a:stretch/>
        </p:blipFill>
        <p:spPr>
          <a:xfrm>
            <a:off x="0" y="0"/>
            <a:ext cx="12192000" cy="60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/>
          <p:nvPr/>
        </p:nvSpPr>
        <p:spPr>
          <a:xfrm>
            <a:off x="8191510" y="121788"/>
            <a:ext cx="3825900" cy="6736200"/>
          </a:xfrm>
          <a:prstGeom prst="rect">
            <a:avLst/>
          </a:prstGeom>
          <a:gradFill>
            <a:gsLst>
              <a:gs pos="0">
                <a:srgbClr val="F8F4F6">
                  <a:alpha val="0"/>
                </a:srgbClr>
              </a:gs>
              <a:gs pos="21000">
                <a:srgbClr val="F8F4F6">
                  <a:alpha val="0"/>
                </a:srgbClr>
              </a:gs>
              <a:gs pos="58000">
                <a:schemeClr val="lt1"/>
              </a:gs>
              <a:gs pos="71600">
                <a:srgbClr val="FCFDFE"/>
              </a:gs>
              <a:gs pos="100000">
                <a:srgbClr val="FCFDFE"/>
              </a:gs>
            </a:gsLst>
            <a:lin ang="0" scaled="0"/>
          </a:gradFill>
          <a:ln>
            <a:noFill/>
          </a:ln>
        </p:spPr>
        <p:txBody>
          <a:bodyPr spcFirstLastPara="1" wrap="square" lIns="65725" tIns="32900" rIns="65725" bIns="32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6"/>
              <a:buFont typeface="Arial"/>
              <a:buNone/>
            </a:pPr>
            <a:endParaRPr sz="1296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5"/>
          <p:cNvPicPr preferRelativeResize="0"/>
          <p:nvPr/>
        </p:nvPicPr>
        <p:blipFill rotWithShape="1">
          <a:blip r:embed="rId3">
            <a:alphaModFix amt="80000"/>
          </a:blip>
          <a:srcRect l="10145" t="8790" r="18405" b="51560"/>
          <a:stretch/>
        </p:blipFill>
        <p:spPr>
          <a:xfrm>
            <a:off x="0" y="-41700"/>
            <a:ext cx="12192000" cy="6057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5"/>
          <p:cNvGrpSpPr/>
          <p:nvPr/>
        </p:nvGrpSpPr>
        <p:grpSpPr>
          <a:xfrm rot="5400000">
            <a:off x="131775" y="275400"/>
            <a:ext cx="838200" cy="477900"/>
            <a:chOff x="74625" y="549275"/>
            <a:chExt cx="838200" cy="477900"/>
          </a:xfrm>
        </p:grpSpPr>
        <p:sp>
          <p:nvSpPr>
            <p:cNvPr id="34" name="Google Shape;34;p5"/>
            <p:cNvSpPr/>
            <p:nvPr/>
          </p:nvSpPr>
          <p:spPr>
            <a:xfrm>
              <a:off x="43657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985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3657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7985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746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746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5"/>
          <p:cNvSpPr txBox="1"/>
          <p:nvPr/>
        </p:nvSpPr>
        <p:spPr>
          <a:xfrm rot="-5400000">
            <a:off x="-823281" y="3215100"/>
            <a:ext cx="2083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criação do futuro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5"/>
          <p:cNvSpPr txBox="1"/>
          <p:nvPr/>
        </p:nvSpPr>
        <p:spPr>
          <a:xfrm rot="-5400000">
            <a:off x="10650118" y="3123773"/>
            <a:ext cx="26394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desenvolvimento de líderes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2" name="Google Shape;42;p5"/>
          <p:cNvGrpSpPr/>
          <p:nvPr/>
        </p:nvGrpSpPr>
        <p:grpSpPr>
          <a:xfrm>
            <a:off x="9317825" y="6217007"/>
            <a:ext cx="2377251" cy="371625"/>
            <a:chOff x="9317825" y="6217007"/>
            <a:chExt cx="2377251" cy="371625"/>
          </a:xfrm>
        </p:grpSpPr>
        <p:pic>
          <p:nvPicPr>
            <p:cNvPr id="43" name="Google Shape;43;p5"/>
            <p:cNvPicPr preferRelativeResize="0"/>
            <p:nvPr/>
          </p:nvPicPr>
          <p:blipFill rotWithShape="1">
            <a:blip r:embed="rId4">
              <a:alphaModFix/>
            </a:blip>
            <a:srcRect l="72020" t="25221" b="7808"/>
            <a:stretch/>
          </p:blipFill>
          <p:spPr>
            <a:xfrm>
              <a:off x="9317825" y="6282625"/>
              <a:ext cx="617000" cy="240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1 2 4">
  <p:cSld name="Slide de Título 1 1 2 4"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8"/>
          <p:cNvPicPr preferRelativeResize="0"/>
          <p:nvPr/>
        </p:nvPicPr>
        <p:blipFill rotWithShape="1">
          <a:blip r:embed="rId2">
            <a:alphaModFix amt="18000"/>
          </a:blip>
          <a:srcRect/>
          <a:stretch/>
        </p:blipFill>
        <p:spPr>
          <a:xfrm>
            <a:off x="271067" y="950133"/>
            <a:ext cx="11600266" cy="32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 rotWithShape="1">
          <a:blip r:embed="rId2">
            <a:alphaModFix amt="18000"/>
          </a:blip>
          <a:srcRect b="40758"/>
          <a:stretch/>
        </p:blipFill>
        <p:spPr>
          <a:xfrm>
            <a:off x="271067" y="4716160"/>
            <a:ext cx="11600266" cy="1938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/>
          <p:cNvPicPr preferRelativeResize="0"/>
          <p:nvPr/>
        </p:nvPicPr>
        <p:blipFill rotWithShape="1">
          <a:blip r:embed="rId3">
            <a:alphaModFix/>
          </a:blip>
          <a:srcRect l="35680" r="-11306"/>
          <a:stretch/>
        </p:blipFill>
        <p:spPr>
          <a:xfrm>
            <a:off x="0" y="0"/>
            <a:ext cx="92202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 rotWithShape="1">
          <a:blip r:embed="rId4">
            <a:alphaModFix amt="80000"/>
          </a:blip>
          <a:srcRect l="10145" t="8790" r="18405" b="51560"/>
          <a:stretch/>
        </p:blipFill>
        <p:spPr>
          <a:xfrm>
            <a:off x="0" y="0"/>
            <a:ext cx="12192000" cy="6057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18"/>
          <p:cNvGrpSpPr/>
          <p:nvPr/>
        </p:nvGrpSpPr>
        <p:grpSpPr>
          <a:xfrm rot="5400000">
            <a:off x="131775" y="275400"/>
            <a:ext cx="838200" cy="477900"/>
            <a:chOff x="74625" y="549275"/>
            <a:chExt cx="838200" cy="477900"/>
          </a:xfrm>
        </p:grpSpPr>
        <p:sp>
          <p:nvSpPr>
            <p:cNvPr id="197" name="Google Shape;197;p18"/>
            <p:cNvSpPr/>
            <p:nvPr/>
          </p:nvSpPr>
          <p:spPr>
            <a:xfrm>
              <a:off x="43657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7985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43657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7985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746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746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18"/>
          <p:cNvSpPr txBox="1"/>
          <p:nvPr/>
        </p:nvSpPr>
        <p:spPr>
          <a:xfrm rot="-5400000">
            <a:off x="-823281" y="3215100"/>
            <a:ext cx="2083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criação do futuro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 rot="-5400000">
            <a:off x="10650118" y="3123773"/>
            <a:ext cx="26394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desenvolvimento de líderes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5" name="Google Shape;205;p18"/>
          <p:cNvGrpSpPr/>
          <p:nvPr/>
        </p:nvGrpSpPr>
        <p:grpSpPr>
          <a:xfrm>
            <a:off x="9317825" y="6217007"/>
            <a:ext cx="2377251" cy="371625"/>
            <a:chOff x="9317825" y="6217007"/>
            <a:chExt cx="2377251" cy="371625"/>
          </a:xfrm>
        </p:grpSpPr>
        <p:pic>
          <p:nvPicPr>
            <p:cNvPr id="206" name="Google Shape;206;p18"/>
            <p:cNvPicPr preferRelativeResize="0"/>
            <p:nvPr/>
          </p:nvPicPr>
          <p:blipFill rotWithShape="1">
            <a:blip r:embed="rId5">
              <a:alphaModFix/>
            </a:blip>
            <a:srcRect l="72020" t="25221" b="7808"/>
            <a:stretch/>
          </p:blipFill>
          <p:spPr>
            <a:xfrm>
              <a:off x="9317825" y="6282625"/>
              <a:ext cx="617000" cy="240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1 2 4 1">
  <p:cSld name="Slide de Título 1 1 2 4 1"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9"/>
          <p:cNvPicPr preferRelativeResize="0"/>
          <p:nvPr/>
        </p:nvPicPr>
        <p:blipFill rotWithShape="1">
          <a:blip r:embed="rId2">
            <a:alphaModFix amt="18000"/>
          </a:blip>
          <a:srcRect t="16373"/>
          <a:stretch/>
        </p:blipFill>
        <p:spPr>
          <a:xfrm>
            <a:off x="271075" y="1485901"/>
            <a:ext cx="11600249" cy="27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 rotWithShape="1">
          <a:blip r:embed="rId2">
            <a:alphaModFix amt="18000"/>
          </a:blip>
          <a:srcRect b="60781"/>
          <a:stretch/>
        </p:blipFill>
        <p:spPr>
          <a:xfrm>
            <a:off x="271075" y="4716154"/>
            <a:ext cx="11600249" cy="128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/>
          <p:cNvPicPr preferRelativeResize="0"/>
          <p:nvPr/>
        </p:nvPicPr>
        <p:blipFill rotWithShape="1">
          <a:blip r:embed="rId3">
            <a:alphaModFix/>
          </a:blip>
          <a:srcRect l="35680" r="-11306"/>
          <a:stretch/>
        </p:blipFill>
        <p:spPr>
          <a:xfrm>
            <a:off x="0" y="0"/>
            <a:ext cx="92202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 rotWithShape="1">
          <a:blip r:embed="rId4">
            <a:alphaModFix amt="80000"/>
          </a:blip>
          <a:srcRect l="10145" t="8792" r="18405" b="51937"/>
          <a:stretch/>
        </p:blipFill>
        <p:spPr>
          <a:xfrm>
            <a:off x="0" y="0"/>
            <a:ext cx="12192000" cy="599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9"/>
          <p:cNvGrpSpPr/>
          <p:nvPr/>
        </p:nvGrpSpPr>
        <p:grpSpPr>
          <a:xfrm rot="5400000">
            <a:off x="131775" y="275400"/>
            <a:ext cx="838200" cy="477900"/>
            <a:chOff x="74625" y="549275"/>
            <a:chExt cx="838200" cy="477900"/>
          </a:xfrm>
        </p:grpSpPr>
        <p:sp>
          <p:nvSpPr>
            <p:cNvPr id="214" name="Google Shape;214;p19"/>
            <p:cNvSpPr/>
            <p:nvPr/>
          </p:nvSpPr>
          <p:spPr>
            <a:xfrm>
              <a:off x="43657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7985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43657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7985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746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746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19"/>
          <p:cNvSpPr txBox="1"/>
          <p:nvPr/>
        </p:nvSpPr>
        <p:spPr>
          <a:xfrm rot="-5400000">
            <a:off x="-823281" y="3215100"/>
            <a:ext cx="2083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criação do futuro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 rot="-5400000">
            <a:off x="10650118" y="3123773"/>
            <a:ext cx="26394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desenvolvimento de líderes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2" name="Google Shape;222;p19"/>
          <p:cNvGrpSpPr/>
          <p:nvPr/>
        </p:nvGrpSpPr>
        <p:grpSpPr>
          <a:xfrm>
            <a:off x="9317825" y="6217007"/>
            <a:ext cx="2377251" cy="371625"/>
            <a:chOff x="9317825" y="6217007"/>
            <a:chExt cx="2377251" cy="371625"/>
          </a:xfrm>
        </p:grpSpPr>
        <p:pic>
          <p:nvPicPr>
            <p:cNvPr id="223" name="Google Shape;223;p19"/>
            <p:cNvPicPr preferRelativeResize="0"/>
            <p:nvPr/>
          </p:nvPicPr>
          <p:blipFill rotWithShape="1">
            <a:blip r:embed="rId5">
              <a:alphaModFix/>
            </a:blip>
            <a:srcRect l="72020" t="25221" b="7808"/>
            <a:stretch/>
          </p:blipFill>
          <p:spPr>
            <a:xfrm>
              <a:off x="9317825" y="6282625"/>
              <a:ext cx="617000" cy="240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3">
  <p:cSld name="Slide de Título 1 3">
    <p:bg>
      <p:bgPr>
        <a:solidFill>
          <a:schemeClr val="dk1"/>
        </a:solidFill>
        <a:effectLst/>
      </p:bgPr>
    </p:bg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84"/>
          <p:cNvPicPr preferRelativeResize="0"/>
          <p:nvPr/>
        </p:nvPicPr>
        <p:blipFill rotWithShape="1">
          <a:blip r:embed="rId2">
            <a:alphaModFix amt="80000"/>
          </a:blip>
          <a:srcRect/>
          <a:stretch/>
        </p:blipFill>
        <p:spPr>
          <a:xfrm>
            <a:off x="-1360125" y="4495800"/>
            <a:ext cx="4089052" cy="356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4"/>
          <p:cNvSpPr txBox="1"/>
          <p:nvPr/>
        </p:nvSpPr>
        <p:spPr>
          <a:xfrm rot="-5400000">
            <a:off x="10650118" y="3123773"/>
            <a:ext cx="26394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desenvolvimento de líderes</a:t>
            </a:r>
            <a:endParaRPr sz="1400" b="0" i="0" u="none" strike="noStrike" cap="none">
              <a:solidFill>
                <a:srgbClr val="99999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4" name="Google Shape;1034;p84"/>
          <p:cNvSpPr txBox="1"/>
          <p:nvPr/>
        </p:nvSpPr>
        <p:spPr>
          <a:xfrm rot="-5400000">
            <a:off x="-823281" y="3215100"/>
            <a:ext cx="2083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999999"/>
                </a:solidFill>
                <a:latin typeface="Trebuchet MS"/>
                <a:ea typeface="Trebuchet MS"/>
                <a:cs typeface="Trebuchet MS"/>
                <a:sym typeface="Trebuchet MS"/>
              </a:rPr>
              <a:t>criação do futuro</a:t>
            </a:r>
            <a:endParaRPr sz="1400" b="0" i="0" u="none" strike="noStrike" cap="none">
              <a:solidFill>
                <a:srgbClr val="99999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" name="Google Shape;8494;p620">
            <a:extLst>
              <a:ext uri="{FF2B5EF4-FFF2-40B4-BE49-F238E27FC236}">
                <a16:creationId xmlns:a16="http://schemas.microsoft.com/office/drawing/2014/main" id="{DF8EA226-B00F-4E66-8EF5-1DE6AD899A66}"/>
              </a:ext>
            </a:extLst>
          </p:cNvPr>
          <p:cNvGrpSpPr/>
          <p:nvPr userDrawn="1"/>
        </p:nvGrpSpPr>
        <p:grpSpPr>
          <a:xfrm>
            <a:off x="9272525" y="6217007"/>
            <a:ext cx="2422551" cy="371625"/>
            <a:chOff x="9272525" y="6217007"/>
            <a:chExt cx="2422551" cy="371625"/>
          </a:xfrm>
        </p:grpSpPr>
        <p:pic>
          <p:nvPicPr>
            <p:cNvPr id="8" name="Google Shape;8495;p620">
              <a:extLst>
                <a:ext uri="{FF2B5EF4-FFF2-40B4-BE49-F238E27FC236}">
                  <a16:creationId xmlns:a16="http://schemas.microsoft.com/office/drawing/2014/main" id="{CD2C5B57-B1AB-42CB-BBED-5C589AD0D66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8496;p620">
              <a:extLst>
                <a:ext uri="{FF2B5EF4-FFF2-40B4-BE49-F238E27FC236}">
                  <a16:creationId xmlns:a16="http://schemas.microsoft.com/office/drawing/2014/main" id="{08E94446-642A-4C51-B3F5-8898947D1F2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69751" t="25425" b="7805"/>
            <a:stretch/>
          </p:blipFill>
          <p:spPr>
            <a:xfrm>
              <a:off x="9272525" y="6282987"/>
              <a:ext cx="662324" cy="2396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693063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1 2 6">
  <p:cSld name="Slide de Título 1 1 2 6">
    <p:bg>
      <p:bgPr>
        <a:solidFill>
          <a:srgbClr val="FFFFFF"/>
        </a:solidFill>
        <a:effectLst/>
      </p:bgPr>
    </p:bg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0" name="Google Shape;1900;p161"/>
          <p:cNvPicPr preferRelativeResize="0"/>
          <p:nvPr/>
        </p:nvPicPr>
        <p:blipFill rotWithShape="1">
          <a:blip r:embed="rId2">
            <a:alphaModFix/>
          </a:blip>
          <a:srcRect l="35680" r="-11306"/>
          <a:stretch/>
        </p:blipFill>
        <p:spPr>
          <a:xfrm>
            <a:off x="0" y="0"/>
            <a:ext cx="92202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1" name="Google Shape;1901;p161"/>
          <p:cNvPicPr preferRelativeResize="0"/>
          <p:nvPr/>
        </p:nvPicPr>
        <p:blipFill rotWithShape="1">
          <a:blip r:embed="rId3">
            <a:alphaModFix amt="80000"/>
          </a:blip>
          <a:srcRect l="10145" t="8790" r="18405" b="51560"/>
          <a:stretch/>
        </p:blipFill>
        <p:spPr>
          <a:xfrm>
            <a:off x="0" y="0"/>
            <a:ext cx="12192000" cy="60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161"/>
          <p:cNvSpPr/>
          <p:nvPr/>
        </p:nvSpPr>
        <p:spPr>
          <a:xfrm>
            <a:off x="8191510" y="121788"/>
            <a:ext cx="3825900" cy="6736200"/>
          </a:xfrm>
          <a:prstGeom prst="rect">
            <a:avLst/>
          </a:prstGeom>
          <a:gradFill>
            <a:gsLst>
              <a:gs pos="0">
                <a:srgbClr val="F8F4F6">
                  <a:alpha val="0"/>
                </a:srgbClr>
              </a:gs>
              <a:gs pos="21000">
                <a:srgbClr val="F8F4F6">
                  <a:alpha val="0"/>
                </a:srgbClr>
              </a:gs>
              <a:gs pos="58000">
                <a:schemeClr val="lt1"/>
              </a:gs>
              <a:gs pos="71600">
                <a:srgbClr val="FCFDFE"/>
              </a:gs>
              <a:gs pos="100000">
                <a:srgbClr val="FCFDFE"/>
              </a:gs>
            </a:gsLst>
            <a:lin ang="0" scaled="0"/>
          </a:gradFill>
          <a:ln>
            <a:noFill/>
          </a:ln>
        </p:spPr>
        <p:txBody>
          <a:bodyPr spcFirstLastPara="1" wrap="square" lIns="65725" tIns="32900" rIns="65725" bIns="32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6"/>
              <a:buFont typeface="Arial"/>
              <a:buNone/>
            </a:pPr>
            <a:endParaRPr sz="1296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3" name="Google Shape;1903;p161"/>
          <p:cNvPicPr preferRelativeResize="0"/>
          <p:nvPr/>
        </p:nvPicPr>
        <p:blipFill rotWithShape="1">
          <a:blip r:embed="rId3">
            <a:alphaModFix amt="80000"/>
          </a:blip>
          <a:srcRect l="10145" t="8790" r="18405" b="51560"/>
          <a:stretch/>
        </p:blipFill>
        <p:spPr>
          <a:xfrm>
            <a:off x="0" y="-41700"/>
            <a:ext cx="12192000" cy="6057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4" name="Google Shape;1904;p161"/>
          <p:cNvGrpSpPr/>
          <p:nvPr/>
        </p:nvGrpSpPr>
        <p:grpSpPr>
          <a:xfrm rot="5400000">
            <a:off x="131775" y="275400"/>
            <a:ext cx="838200" cy="477900"/>
            <a:chOff x="74625" y="549275"/>
            <a:chExt cx="838200" cy="477900"/>
          </a:xfrm>
        </p:grpSpPr>
        <p:sp>
          <p:nvSpPr>
            <p:cNvPr id="1905" name="Google Shape;1905;p161"/>
            <p:cNvSpPr/>
            <p:nvPr/>
          </p:nvSpPr>
          <p:spPr>
            <a:xfrm>
              <a:off x="43657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161"/>
            <p:cNvSpPr/>
            <p:nvPr/>
          </p:nvSpPr>
          <p:spPr>
            <a:xfrm>
              <a:off x="7985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161"/>
            <p:cNvSpPr/>
            <p:nvPr/>
          </p:nvSpPr>
          <p:spPr>
            <a:xfrm>
              <a:off x="43657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161"/>
            <p:cNvSpPr/>
            <p:nvPr/>
          </p:nvSpPr>
          <p:spPr>
            <a:xfrm>
              <a:off x="7985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61"/>
            <p:cNvSpPr/>
            <p:nvPr/>
          </p:nvSpPr>
          <p:spPr>
            <a:xfrm>
              <a:off x="746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161"/>
            <p:cNvSpPr/>
            <p:nvPr/>
          </p:nvSpPr>
          <p:spPr>
            <a:xfrm>
              <a:off x="746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1" name="Google Shape;1911;p161"/>
          <p:cNvSpPr txBox="1"/>
          <p:nvPr/>
        </p:nvSpPr>
        <p:spPr>
          <a:xfrm rot="-5400000">
            <a:off x="-823281" y="3215100"/>
            <a:ext cx="2083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criação do futuro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2" name="Google Shape;1912;p161"/>
          <p:cNvSpPr txBox="1"/>
          <p:nvPr/>
        </p:nvSpPr>
        <p:spPr>
          <a:xfrm rot="-5400000">
            <a:off x="10650118" y="3123773"/>
            <a:ext cx="26394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desenvolvimento de líderes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13" name="Google Shape;1913;p161"/>
          <p:cNvGrpSpPr/>
          <p:nvPr/>
        </p:nvGrpSpPr>
        <p:grpSpPr>
          <a:xfrm>
            <a:off x="9317825" y="6217007"/>
            <a:ext cx="2377251" cy="371625"/>
            <a:chOff x="9317825" y="6217007"/>
            <a:chExt cx="2377251" cy="371625"/>
          </a:xfrm>
        </p:grpSpPr>
        <p:pic>
          <p:nvPicPr>
            <p:cNvPr id="1914" name="Google Shape;1914;p161"/>
            <p:cNvPicPr preferRelativeResize="0"/>
            <p:nvPr/>
          </p:nvPicPr>
          <p:blipFill rotWithShape="1">
            <a:blip r:embed="rId4">
              <a:alphaModFix/>
            </a:blip>
            <a:srcRect l="72020" t="25221" b="7808"/>
            <a:stretch/>
          </p:blipFill>
          <p:spPr>
            <a:xfrm>
              <a:off x="9317825" y="6282625"/>
              <a:ext cx="617000" cy="240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5" name="Google Shape;1915;p16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6" name="Google Shape;1916;p161"/>
          <p:cNvGrpSpPr/>
          <p:nvPr/>
        </p:nvGrpSpPr>
        <p:grpSpPr>
          <a:xfrm>
            <a:off x="886639" y="1226071"/>
            <a:ext cx="3632641" cy="4556538"/>
            <a:chOff x="886639" y="1226071"/>
            <a:chExt cx="3632641" cy="4556538"/>
          </a:xfrm>
        </p:grpSpPr>
        <p:sp>
          <p:nvSpPr>
            <p:cNvPr id="1917" name="Google Shape;1917;p161"/>
            <p:cNvSpPr txBox="1"/>
            <p:nvPr/>
          </p:nvSpPr>
          <p:spPr>
            <a:xfrm>
              <a:off x="949314" y="1226071"/>
              <a:ext cx="3311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 u="none" strike="noStrike" cap="none">
                  <a:solidFill>
                    <a:schemeClr val="accent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Foco do seu </a:t>
              </a:r>
              <a:r>
                <a:rPr lang="en-US" sz="2300" b="1" i="1">
                  <a:solidFill>
                    <a:schemeClr val="accent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</a:t>
              </a:r>
              <a:r>
                <a:rPr lang="en-US" sz="2300" b="1" i="1" u="none" strike="noStrike" cap="none">
                  <a:solidFill>
                    <a:schemeClr val="accent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ime</a:t>
              </a:r>
              <a:endParaRPr sz="130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18" name="Google Shape;1918;p161"/>
            <p:cNvSpPr txBox="1"/>
            <p:nvPr/>
          </p:nvSpPr>
          <p:spPr>
            <a:xfrm>
              <a:off x="886639" y="3656413"/>
              <a:ext cx="2711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 u="none" strike="noStrike" cap="none">
                  <a:solidFill>
                    <a:schemeClr val="accent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Foco do Líder</a:t>
              </a:r>
              <a:endParaRPr sz="130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19" name="Google Shape;1919;p161"/>
            <p:cNvSpPr/>
            <p:nvPr/>
          </p:nvSpPr>
          <p:spPr>
            <a:xfrm>
              <a:off x="985425" y="1848800"/>
              <a:ext cx="1607700" cy="160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61"/>
            <p:cNvSpPr txBox="1"/>
            <p:nvPr/>
          </p:nvSpPr>
          <p:spPr>
            <a:xfrm>
              <a:off x="895350" y="2703352"/>
              <a:ext cx="1787700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Experiência</a:t>
              </a:r>
              <a:endParaRPr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do Cliente</a:t>
              </a:r>
              <a:endParaRPr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1921" name="Google Shape;1921;p1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18812" y="2076388"/>
              <a:ext cx="540836" cy="5636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2" name="Google Shape;1922;p161"/>
            <p:cNvSpPr/>
            <p:nvPr/>
          </p:nvSpPr>
          <p:spPr>
            <a:xfrm>
              <a:off x="2821655" y="1848800"/>
              <a:ext cx="1607700" cy="160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61"/>
            <p:cNvSpPr txBox="1"/>
            <p:nvPr/>
          </p:nvSpPr>
          <p:spPr>
            <a:xfrm>
              <a:off x="2731581" y="2879112"/>
              <a:ext cx="1787700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Processos</a:t>
              </a:r>
              <a:endParaRPr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24" name="Google Shape;1924;p161"/>
            <p:cNvSpPr/>
            <p:nvPr/>
          </p:nvSpPr>
          <p:spPr>
            <a:xfrm>
              <a:off x="985425" y="4174909"/>
              <a:ext cx="1607700" cy="160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61"/>
            <p:cNvSpPr txBox="1"/>
            <p:nvPr/>
          </p:nvSpPr>
          <p:spPr>
            <a:xfrm>
              <a:off x="895350" y="5029460"/>
              <a:ext cx="1787700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Pessoas/</a:t>
              </a:r>
              <a:endParaRPr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Equipes</a:t>
              </a:r>
              <a:endParaRPr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26" name="Google Shape;1926;p161"/>
            <p:cNvSpPr/>
            <p:nvPr/>
          </p:nvSpPr>
          <p:spPr>
            <a:xfrm>
              <a:off x="2821655" y="4174909"/>
              <a:ext cx="1607700" cy="160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61"/>
            <p:cNvSpPr txBox="1"/>
            <p:nvPr/>
          </p:nvSpPr>
          <p:spPr>
            <a:xfrm>
              <a:off x="2731581" y="5205221"/>
              <a:ext cx="1787700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Tecnologia</a:t>
              </a:r>
              <a:endParaRPr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1928" name="Google Shape;1928;p161"/>
            <p:cNvPicPr preferRelativeResize="0"/>
            <p:nvPr/>
          </p:nvPicPr>
          <p:blipFill rotWithShape="1">
            <a:blip r:embed="rId7">
              <a:alphaModFix/>
            </a:blip>
            <a:srcRect l="-4048" r="78600"/>
            <a:stretch/>
          </p:blipFill>
          <p:spPr>
            <a:xfrm>
              <a:off x="3102349" y="2183676"/>
              <a:ext cx="986243" cy="57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9" name="Google Shape;1929;p161"/>
            <p:cNvPicPr preferRelativeResize="0"/>
            <p:nvPr/>
          </p:nvPicPr>
          <p:blipFill rotWithShape="1">
            <a:blip r:embed="rId8">
              <a:alphaModFix/>
            </a:blip>
            <a:srcRect r="84966" b="20057"/>
            <a:stretch/>
          </p:blipFill>
          <p:spPr>
            <a:xfrm>
              <a:off x="1411420" y="4236540"/>
              <a:ext cx="766486" cy="723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0" name="Google Shape;1930;p16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323404" y="4505719"/>
              <a:ext cx="617870" cy="44935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247031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1 2 2 1 1 3">
  <p:cSld name="Slide de Título 1 1 2 2 1 1 3">
    <p:bg>
      <p:bgPr>
        <a:solidFill>
          <a:srgbClr val="FFFFFF"/>
        </a:solidFill>
        <a:effectLst/>
      </p:bgPr>
    </p:bg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69"/>
          <p:cNvSpPr/>
          <p:nvPr/>
        </p:nvSpPr>
        <p:spPr>
          <a:xfrm>
            <a:off x="0" y="2609850"/>
            <a:ext cx="12192000" cy="424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3D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2" name="Google Shape;2012;p169"/>
          <p:cNvPicPr preferRelativeResize="0"/>
          <p:nvPr/>
        </p:nvPicPr>
        <p:blipFill rotWithShape="1">
          <a:blip r:embed="rId2">
            <a:alphaModFix amt="80000"/>
          </a:blip>
          <a:srcRect l="10145" t="8789" r="18405" b="76621"/>
          <a:stretch/>
        </p:blipFill>
        <p:spPr>
          <a:xfrm>
            <a:off x="0" y="0"/>
            <a:ext cx="12192000" cy="2228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3" name="Google Shape;2013;p169"/>
          <p:cNvGrpSpPr/>
          <p:nvPr/>
        </p:nvGrpSpPr>
        <p:grpSpPr>
          <a:xfrm rot="5400000">
            <a:off x="131775" y="275400"/>
            <a:ext cx="838200" cy="477900"/>
            <a:chOff x="74625" y="549275"/>
            <a:chExt cx="838200" cy="477900"/>
          </a:xfrm>
        </p:grpSpPr>
        <p:sp>
          <p:nvSpPr>
            <p:cNvPr id="2014" name="Google Shape;2014;p169"/>
            <p:cNvSpPr/>
            <p:nvPr/>
          </p:nvSpPr>
          <p:spPr>
            <a:xfrm>
              <a:off x="43657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169"/>
            <p:cNvSpPr/>
            <p:nvPr/>
          </p:nvSpPr>
          <p:spPr>
            <a:xfrm>
              <a:off x="7985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169"/>
            <p:cNvSpPr/>
            <p:nvPr/>
          </p:nvSpPr>
          <p:spPr>
            <a:xfrm>
              <a:off x="43657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169"/>
            <p:cNvSpPr/>
            <p:nvPr/>
          </p:nvSpPr>
          <p:spPr>
            <a:xfrm>
              <a:off x="7985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169"/>
            <p:cNvSpPr/>
            <p:nvPr/>
          </p:nvSpPr>
          <p:spPr>
            <a:xfrm>
              <a:off x="746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169"/>
            <p:cNvSpPr/>
            <p:nvPr/>
          </p:nvSpPr>
          <p:spPr>
            <a:xfrm>
              <a:off x="746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0" name="Google Shape;2020;p169"/>
          <p:cNvGrpSpPr/>
          <p:nvPr/>
        </p:nvGrpSpPr>
        <p:grpSpPr>
          <a:xfrm>
            <a:off x="9272525" y="6217007"/>
            <a:ext cx="2422551" cy="371625"/>
            <a:chOff x="9272525" y="6217007"/>
            <a:chExt cx="2422551" cy="371625"/>
          </a:xfrm>
        </p:grpSpPr>
        <p:pic>
          <p:nvPicPr>
            <p:cNvPr id="2021" name="Google Shape;2021;p16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2" name="Google Shape;2022;p169"/>
            <p:cNvPicPr preferRelativeResize="0"/>
            <p:nvPr/>
          </p:nvPicPr>
          <p:blipFill rotWithShape="1">
            <a:blip r:embed="rId4">
              <a:alphaModFix/>
            </a:blip>
            <a:srcRect l="69751" t="25425" b="7805"/>
            <a:stretch/>
          </p:blipFill>
          <p:spPr>
            <a:xfrm>
              <a:off x="9272525" y="6282987"/>
              <a:ext cx="662324" cy="239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3" name="Google Shape;2023;p169"/>
          <p:cNvSpPr/>
          <p:nvPr/>
        </p:nvSpPr>
        <p:spPr>
          <a:xfrm>
            <a:off x="0" y="2396575"/>
            <a:ext cx="12192000" cy="22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169"/>
          <p:cNvSpPr/>
          <p:nvPr/>
        </p:nvSpPr>
        <p:spPr>
          <a:xfrm>
            <a:off x="4346117" y="2740834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169"/>
          <p:cNvSpPr/>
          <p:nvPr/>
        </p:nvSpPr>
        <p:spPr>
          <a:xfrm>
            <a:off x="4753555" y="2740834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69"/>
          <p:cNvSpPr/>
          <p:nvPr/>
        </p:nvSpPr>
        <p:spPr>
          <a:xfrm>
            <a:off x="7881849" y="2740834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69"/>
          <p:cNvSpPr/>
          <p:nvPr/>
        </p:nvSpPr>
        <p:spPr>
          <a:xfrm>
            <a:off x="3599948" y="5543584"/>
            <a:ext cx="20589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25" tIns="58500" rIns="117025" bIns="58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STAKEHOLDERS INTERNOS </a:t>
            </a:r>
            <a:endParaRPr sz="1500">
              <a:solidFill>
                <a:srgbClr val="79A4E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8" name="Google Shape;2028;p169"/>
          <p:cNvSpPr/>
          <p:nvPr/>
        </p:nvSpPr>
        <p:spPr>
          <a:xfrm>
            <a:off x="6860695" y="5543584"/>
            <a:ext cx="2201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25" tIns="58500" rIns="117025" bIns="58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STAKEHOLDERS EXTERNOS</a:t>
            </a:r>
            <a:endParaRPr sz="1500">
              <a:solidFill>
                <a:srgbClr val="79A4E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9" name="Google Shape;2029;p169"/>
          <p:cNvSpPr/>
          <p:nvPr/>
        </p:nvSpPr>
        <p:spPr>
          <a:xfrm>
            <a:off x="610245" y="3388044"/>
            <a:ext cx="2628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25" tIns="58500" rIns="117025" bIns="58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Líderes </a:t>
            </a:r>
            <a:r>
              <a:rPr lang="en-US" sz="1500" b="1" i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eniores</a:t>
            </a:r>
            <a:endParaRPr sz="1500" b="1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0" name="Google Shape;2030;p169"/>
          <p:cNvSpPr/>
          <p:nvPr/>
        </p:nvSpPr>
        <p:spPr>
          <a:xfrm>
            <a:off x="610245" y="4402364"/>
            <a:ext cx="2628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25" tIns="58500" rIns="117025" bIns="58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Equipes Interfuncionais</a:t>
            </a:r>
            <a:endParaRPr sz="1500" b="1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1" name="Google Shape;2031;p169"/>
          <p:cNvSpPr/>
          <p:nvPr/>
        </p:nvSpPr>
        <p:spPr>
          <a:xfrm>
            <a:off x="610245" y="5422324"/>
            <a:ext cx="2628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25" tIns="58500" rIns="117025" bIns="58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Colaboradores</a:t>
            </a:r>
            <a:br>
              <a:rPr lang="en-US" sz="1500" b="1" i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500" b="1" i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inha de </a:t>
            </a:r>
            <a:r>
              <a:rPr lang="en-US" sz="1500" b="1" i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Fr</a:t>
            </a: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ente</a:t>
            </a:r>
            <a:endParaRPr sz="1500" b="1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2" name="Google Shape;2032;p169"/>
          <p:cNvSpPr/>
          <p:nvPr/>
        </p:nvSpPr>
        <p:spPr>
          <a:xfrm>
            <a:off x="9028625" y="3384061"/>
            <a:ext cx="2628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25" tIns="58500" rIns="117025" bIns="58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Fornecedores / Parceiros</a:t>
            </a:r>
            <a:endParaRPr sz="1500" b="1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3" name="Google Shape;2033;p169"/>
          <p:cNvSpPr/>
          <p:nvPr/>
        </p:nvSpPr>
        <p:spPr>
          <a:xfrm>
            <a:off x="9028625" y="4402380"/>
            <a:ext cx="2628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25" tIns="58500" rIns="117025" bIns="58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Clientes</a:t>
            </a:r>
            <a:endParaRPr sz="1500" b="1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4" name="Google Shape;2034;p169"/>
          <p:cNvSpPr/>
          <p:nvPr/>
        </p:nvSpPr>
        <p:spPr>
          <a:xfrm>
            <a:off x="8944925" y="5420700"/>
            <a:ext cx="27960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25" tIns="58500" rIns="117025" bIns="58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Comunidades de</a:t>
            </a:r>
            <a:r>
              <a:rPr lang="en-US" sz="1500" b="1" i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Inovação e </a:t>
            </a:r>
            <a:r>
              <a:rPr lang="en-US" sz="1500" b="1" i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O</a:t>
            </a: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rganizações </a:t>
            </a:r>
            <a:r>
              <a:rPr lang="en-US" sz="1500" b="1" i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lang="en-US" sz="1500" b="1" i="1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cadêmicas</a:t>
            </a:r>
            <a:endParaRPr sz="1500" b="1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35" name="Google Shape;2035;p169"/>
          <p:cNvGrpSpPr/>
          <p:nvPr/>
        </p:nvGrpSpPr>
        <p:grpSpPr>
          <a:xfrm>
            <a:off x="6047041" y="4654098"/>
            <a:ext cx="1175681" cy="374663"/>
            <a:chOff x="5329612" y="4749944"/>
            <a:chExt cx="1551849" cy="494539"/>
          </a:xfrm>
        </p:grpSpPr>
        <p:pic>
          <p:nvPicPr>
            <p:cNvPr id="2036" name="Google Shape;2036;p169"/>
            <p:cNvPicPr preferRelativeResize="0"/>
            <p:nvPr/>
          </p:nvPicPr>
          <p:blipFill rotWithShape="1">
            <a:blip r:embed="rId5">
              <a:alphaModFix/>
            </a:blip>
            <a:srcRect l="29181" r="56982"/>
            <a:stretch/>
          </p:blipFill>
          <p:spPr>
            <a:xfrm>
              <a:off x="5329612" y="4749944"/>
              <a:ext cx="431699" cy="494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7" name="Google Shape;2037;p169"/>
            <p:cNvPicPr preferRelativeResize="0"/>
            <p:nvPr/>
          </p:nvPicPr>
          <p:blipFill rotWithShape="1">
            <a:blip r:embed="rId6">
              <a:alphaModFix/>
            </a:blip>
            <a:srcRect t="4020" r="80636" b="79557"/>
            <a:stretch/>
          </p:blipFill>
          <p:spPr>
            <a:xfrm>
              <a:off x="5825925" y="4812746"/>
              <a:ext cx="540151" cy="3689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8" name="Google Shape;2038;p169"/>
            <p:cNvPicPr preferRelativeResize="0"/>
            <p:nvPr/>
          </p:nvPicPr>
          <p:blipFill rotWithShape="1">
            <a:blip r:embed="rId5">
              <a:alphaModFix/>
            </a:blip>
            <a:srcRect l="29181" r="56982"/>
            <a:stretch/>
          </p:blipFill>
          <p:spPr>
            <a:xfrm>
              <a:off x="6449762" y="4749944"/>
              <a:ext cx="431699" cy="494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9" name="Google Shape;2039;p169"/>
          <p:cNvSpPr/>
          <p:nvPr/>
        </p:nvSpPr>
        <p:spPr>
          <a:xfrm>
            <a:off x="3938649" y="4957984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169"/>
          <p:cNvSpPr/>
          <p:nvPr/>
        </p:nvSpPr>
        <p:spPr>
          <a:xfrm>
            <a:off x="3867761" y="5153828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169"/>
          <p:cNvSpPr/>
          <p:nvPr/>
        </p:nvSpPr>
        <p:spPr>
          <a:xfrm>
            <a:off x="4346161" y="4957984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169"/>
          <p:cNvSpPr/>
          <p:nvPr/>
        </p:nvSpPr>
        <p:spPr>
          <a:xfrm>
            <a:off x="4275273" y="5153828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169"/>
          <p:cNvSpPr/>
          <p:nvPr/>
        </p:nvSpPr>
        <p:spPr>
          <a:xfrm>
            <a:off x="4753599" y="4957984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169"/>
          <p:cNvSpPr/>
          <p:nvPr/>
        </p:nvSpPr>
        <p:spPr>
          <a:xfrm>
            <a:off x="4682711" y="5153828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169"/>
          <p:cNvSpPr/>
          <p:nvPr/>
        </p:nvSpPr>
        <p:spPr>
          <a:xfrm>
            <a:off x="5161024" y="4957984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169"/>
          <p:cNvSpPr/>
          <p:nvPr/>
        </p:nvSpPr>
        <p:spPr>
          <a:xfrm>
            <a:off x="5090136" y="5153828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169"/>
          <p:cNvSpPr/>
          <p:nvPr/>
        </p:nvSpPr>
        <p:spPr>
          <a:xfrm>
            <a:off x="4549836" y="4228072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69"/>
          <p:cNvSpPr/>
          <p:nvPr/>
        </p:nvSpPr>
        <p:spPr>
          <a:xfrm>
            <a:off x="4478948" y="4423915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69"/>
          <p:cNvSpPr/>
          <p:nvPr/>
        </p:nvSpPr>
        <p:spPr>
          <a:xfrm>
            <a:off x="4142361" y="3574359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169"/>
          <p:cNvSpPr/>
          <p:nvPr/>
        </p:nvSpPr>
        <p:spPr>
          <a:xfrm>
            <a:off x="4071473" y="3770203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169"/>
          <p:cNvSpPr/>
          <p:nvPr/>
        </p:nvSpPr>
        <p:spPr>
          <a:xfrm>
            <a:off x="4549874" y="3574359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169"/>
          <p:cNvSpPr/>
          <p:nvPr/>
        </p:nvSpPr>
        <p:spPr>
          <a:xfrm>
            <a:off x="4478986" y="3770203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169"/>
          <p:cNvSpPr/>
          <p:nvPr/>
        </p:nvSpPr>
        <p:spPr>
          <a:xfrm>
            <a:off x="4957311" y="3574359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169"/>
          <p:cNvSpPr/>
          <p:nvPr/>
        </p:nvSpPr>
        <p:spPr>
          <a:xfrm>
            <a:off x="4886423" y="3770203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169"/>
          <p:cNvSpPr/>
          <p:nvPr/>
        </p:nvSpPr>
        <p:spPr>
          <a:xfrm>
            <a:off x="4275230" y="2936678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169"/>
          <p:cNvSpPr/>
          <p:nvPr/>
        </p:nvSpPr>
        <p:spPr>
          <a:xfrm>
            <a:off x="4682667" y="2936678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7" name="Google Shape;2057;p169"/>
          <p:cNvGrpSpPr/>
          <p:nvPr/>
        </p:nvGrpSpPr>
        <p:grpSpPr>
          <a:xfrm>
            <a:off x="6047041" y="3801835"/>
            <a:ext cx="1175681" cy="374663"/>
            <a:chOff x="5329612" y="4749944"/>
            <a:chExt cx="1551849" cy="494539"/>
          </a:xfrm>
        </p:grpSpPr>
        <p:pic>
          <p:nvPicPr>
            <p:cNvPr id="2058" name="Google Shape;2058;p169"/>
            <p:cNvPicPr preferRelativeResize="0"/>
            <p:nvPr/>
          </p:nvPicPr>
          <p:blipFill rotWithShape="1">
            <a:blip r:embed="rId5">
              <a:alphaModFix/>
            </a:blip>
            <a:srcRect l="29181" r="56982"/>
            <a:stretch/>
          </p:blipFill>
          <p:spPr>
            <a:xfrm>
              <a:off x="5329612" y="4749944"/>
              <a:ext cx="431699" cy="494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9" name="Google Shape;2059;p169"/>
            <p:cNvPicPr preferRelativeResize="0"/>
            <p:nvPr/>
          </p:nvPicPr>
          <p:blipFill rotWithShape="1">
            <a:blip r:embed="rId6">
              <a:alphaModFix/>
            </a:blip>
            <a:srcRect t="4020" r="80636" b="79557"/>
            <a:stretch/>
          </p:blipFill>
          <p:spPr>
            <a:xfrm>
              <a:off x="5825925" y="4812746"/>
              <a:ext cx="540151" cy="3689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0" name="Google Shape;2060;p169"/>
            <p:cNvPicPr preferRelativeResize="0"/>
            <p:nvPr/>
          </p:nvPicPr>
          <p:blipFill rotWithShape="1">
            <a:blip r:embed="rId5">
              <a:alphaModFix/>
            </a:blip>
            <a:srcRect l="29181" r="56982"/>
            <a:stretch/>
          </p:blipFill>
          <p:spPr>
            <a:xfrm>
              <a:off x="6449762" y="4749944"/>
              <a:ext cx="431699" cy="4945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1" name="Google Shape;2061;p169"/>
          <p:cNvGrpSpPr/>
          <p:nvPr/>
        </p:nvGrpSpPr>
        <p:grpSpPr>
          <a:xfrm>
            <a:off x="6047041" y="2968623"/>
            <a:ext cx="1175681" cy="374663"/>
            <a:chOff x="5329612" y="4749944"/>
            <a:chExt cx="1551849" cy="494539"/>
          </a:xfrm>
        </p:grpSpPr>
        <p:pic>
          <p:nvPicPr>
            <p:cNvPr id="2062" name="Google Shape;2062;p169"/>
            <p:cNvPicPr preferRelativeResize="0"/>
            <p:nvPr/>
          </p:nvPicPr>
          <p:blipFill rotWithShape="1">
            <a:blip r:embed="rId5">
              <a:alphaModFix/>
            </a:blip>
            <a:srcRect l="29181" r="56982"/>
            <a:stretch/>
          </p:blipFill>
          <p:spPr>
            <a:xfrm>
              <a:off x="5329612" y="4749944"/>
              <a:ext cx="431699" cy="494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3" name="Google Shape;2063;p169"/>
            <p:cNvPicPr preferRelativeResize="0"/>
            <p:nvPr/>
          </p:nvPicPr>
          <p:blipFill rotWithShape="1">
            <a:blip r:embed="rId6">
              <a:alphaModFix/>
            </a:blip>
            <a:srcRect t="4020" r="80636" b="79557"/>
            <a:stretch/>
          </p:blipFill>
          <p:spPr>
            <a:xfrm>
              <a:off x="5825925" y="4812746"/>
              <a:ext cx="540151" cy="3689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4" name="Google Shape;2064;p169"/>
            <p:cNvPicPr preferRelativeResize="0"/>
            <p:nvPr/>
          </p:nvPicPr>
          <p:blipFill rotWithShape="1">
            <a:blip r:embed="rId5">
              <a:alphaModFix/>
            </a:blip>
            <a:srcRect l="29181" r="56982"/>
            <a:stretch/>
          </p:blipFill>
          <p:spPr>
            <a:xfrm>
              <a:off x="6449762" y="4749944"/>
              <a:ext cx="431699" cy="49453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065" name="Google Shape;2065;p169"/>
          <p:cNvCxnSpPr/>
          <p:nvPr/>
        </p:nvCxnSpPr>
        <p:spPr>
          <a:xfrm>
            <a:off x="5239236" y="4748475"/>
            <a:ext cx="0" cy="118800"/>
          </a:xfrm>
          <a:prstGeom prst="straightConnector1">
            <a:avLst/>
          </a:prstGeom>
          <a:noFill/>
          <a:ln w="19050" cap="flat" cmpd="sng">
            <a:solidFill>
              <a:srgbClr val="79A4ED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66" name="Google Shape;2066;p169"/>
          <p:cNvGrpSpPr/>
          <p:nvPr/>
        </p:nvGrpSpPr>
        <p:grpSpPr>
          <a:xfrm>
            <a:off x="4026950" y="3106013"/>
            <a:ext cx="1223100" cy="1763188"/>
            <a:chOff x="4103150" y="3106013"/>
            <a:chExt cx="1223100" cy="1763188"/>
          </a:xfrm>
        </p:grpSpPr>
        <p:grpSp>
          <p:nvGrpSpPr>
            <p:cNvPr id="2067" name="Google Shape;2067;p169"/>
            <p:cNvGrpSpPr/>
            <p:nvPr/>
          </p:nvGrpSpPr>
          <p:grpSpPr>
            <a:xfrm>
              <a:off x="4493725" y="3106013"/>
              <a:ext cx="418800" cy="396750"/>
              <a:chOff x="4493725" y="3106013"/>
              <a:chExt cx="418800" cy="396750"/>
            </a:xfrm>
          </p:grpSpPr>
          <p:cxnSp>
            <p:nvCxnSpPr>
              <p:cNvPr id="2068" name="Google Shape;2068;p169"/>
              <p:cNvCxnSpPr/>
              <p:nvPr/>
            </p:nvCxnSpPr>
            <p:spPr>
              <a:xfrm>
                <a:off x="4495713" y="3106013"/>
                <a:ext cx="0" cy="118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9" name="Google Shape;2069;p169"/>
              <p:cNvCxnSpPr/>
              <p:nvPr/>
            </p:nvCxnSpPr>
            <p:spPr>
              <a:xfrm>
                <a:off x="4910038" y="3106013"/>
                <a:ext cx="0" cy="118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0" name="Google Shape;2070;p169"/>
              <p:cNvCxnSpPr/>
              <p:nvPr/>
            </p:nvCxnSpPr>
            <p:spPr>
              <a:xfrm rot="10800000">
                <a:off x="4493725" y="3220175"/>
                <a:ext cx="418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1" name="Google Shape;2071;p169"/>
              <p:cNvCxnSpPr/>
              <p:nvPr/>
            </p:nvCxnSpPr>
            <p:spPr>
              <a:xfrm>
                <a:off x="4712388" y="3220163"/>
                <a:ext cx="0" cy="282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072" name="Google Shape;2072;p169"/>
            <p:cNvCxnSpPr/>
            <p:nvPr/>
          </p:nvCxnSpPr>
          <p:spPr>
            <a:xfrm rot="10800000">
              <a:off x="4429574" y="3653409"/>
              <a:ext cx="132300" cy="60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3" name="Google Shape;2073;p169"/>
            <p:cNvCxnSpPr/>
            <p:nvPr/>
          </p:nvCxnSpPr>
          <p:spPr>
            <a:xfrm rot="10800000">
              <a:off x="4843899" y="3653409"/>
              <a:ext cx="132300" cy="60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4" name="Google Shape;2074;p169"/>
            <p:cNvCxnSpPr/>
            <p:nvPr/>
          </p:nvCxnSpPr>
          <p:spPr>
            <a:xfrm>
              <a:off x="4712388" y="3947825"/>
              <a:ext cx="0" cy="22170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75" name="Google Shape;2075;p169"/>
            <p:cNvGrpSpPr/>
            <p:nvPr/>
          </p:nvGrpSpPr>
          <p:grpSpPr>
            <a:xfrm>
              <a:off x="4103150" y="4605350"/>
              <a:ext cx="1223100" cy="263850"/>
              <a:chOff x="4103150" y="4605350"/>
              <a:chExt cx="1223100" cy="263850"/>
            </a:xfrm>
          </p:grpSpPr>
          <p:cxnSp>
            <p:nvCxnSpPr>
              <p:cNvPr id="2076" name="Google Shape;2076;p169"/>
              <p:cNvCxnSpPr/>
              <p:nvPr/>
            </p:nvCxnSpPr>
            <p:spPr>
              <a:xfrm>
                <a:off x="4712400" y="4605350"/>
                <a:ext cx="0" cy="147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7" name="Google Shape;2077;p169"/>
              <p:cNvCxnSpPr/>
              <p:nvPr/>
            </p:nvCxnSpPr>
            <p:spPr>
              <a:xfrm rot="10800000">
                <a:off x="4103150" y="4748950"/>
                <a:ext cx="12231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8" name="Google Shape;2078;p169"/>
              <p:cNvCxnSpPr/>
              <p:nvPr/>
            </p:nvCxnSpPr>
            <p:spPr>
              <a:xfrm>
                <a:off x="4910038" y="4748475"/>
                <a:ext cx="0" cy="118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9" name="Google Shape;2079;p169"/>
              <p:cNvCxnSpPr/>
              <p:nvPr/>
            </p:nvCxnSpPr>
            <p:spPr>
              <a:xfrm>
                <a:off x="4505213" y="4748475"/>
                <a:ext cx="0" cy="118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0" name="Google Shape;2080;p169"/>
              <p:cNvCxnSpPr/>
              <p:nvPr/>
            </p:nvCxnSpPr>
            <p:spPr>
              <a:xfrm>
                <a:off x="4105150" y="4750400"/>
                <a:ext cx="0" cy="118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A4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81" name="Google Shape;2081;p169"/>
          <p:cNvGrpSpPr/>
          <p:nvPr/>
        </p:nvGrpSpPr>
        <p:grpSpPr>
          <a:xfrm>
            <a:off x="5495925" y="3017629"/>
            <a:ext cx="384000" cy="1959688"/>
            <a:chOff x="5467350" y="3036679"/>
            <a:chExt cx="384000" cy="1959688"/>
          </a:xfrm>
        </p:grpSpPr>
        <p:cxnSp>
          <p:nvCxnSpPr>
            <p:cNvPr id="2082" name="Google Shape;2082;p169"/>
            <p:cNvCxnSpPr/>
            <p:nvPr/>
          </p:nvCxnSpPr>
          <p:spPr>
            <a:xfrm>
              <a:off x="5467350" y="3987250"/>
              <a:ext cx="384000" cy="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83" name="Google Shape;2083;p169"/>
            <p:cNvCxnSpPr/>
            <p:nvPr/>
          </p:nvCxnSpPr>
          <p:spPr>
            <a:xfrm>
              <a:off x="5470209" y="3036679"/>
              <a:ext cx="378300" cy="7650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84" name="Google Shape;2084;p169"/>
            <p:cNvCxnSpPr/>
            <p:nvPr/>
          </p:nvCxnSpPr>
          <p:spPr>
            <a:xfrm rot="10800000" flipH="1">
              <a:off x="5470209" y="4919867"/>
              <a:ext cx="378300" cy="7650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85" name="Google Shape;2085;p169"/>
          <p:cNvGrpSpPr/>
          <p:nvPr/>
        </p:nvGrpSpPr>
        <p:grpSpPr>
          <a:xfrm flipH="1">
            <a:off x="7307925" y="3017629"/>
            <a:ext cx="384000" cy="1959688"/>
            <a:chOff x="5467350" y="3036679"/>
            <a:chExt cx="384000" cy="1959688"/>
          </a:xfrm>
        </p:grpSpPr>
        <p:cxnSp>
          <p:nvCxnSpPr>
            <p:cNvPr id="2086" name="Google Shape;2086;p169"/>
            <p:cNvCxnSpPr/>
            <p:nvPr/>
          </p:nvCxnSpPr>
          <p:spPr>
            <a:xfrm>
              <a:off x="5467350" y="3987250"/>
              <a:ext cx="384000" cy="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87" name="Google Shape;2087;p169"/>
            <p:cNvCxnSpPr/>
            <p:nvPr/>
          </p:nvCxnSpPr>
          <p:spPr>
            <a:xfrm>
              <a:off x="5470209" y="3036679"/>
              <a:ext cx="378300" cy="7650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88" name="Google Shape;2088;p169"/>
            <p:cNvCxnSpPr/>
            <p:nvPr/>
          </p:nvCxnSpPr>
          <p:spPr>
            <a:xfrm rot="10800000" flipH="1">
              <a:off x="5470209" y="4919867"/>
              <a:ext cx="378300" cy="76500"/>
            </a:xfrm>
            <a:prstGeom prst="straightConnector1">
              <a:avLst/>
            </a:prstGeom>
            <a:noFill/>
            <a:ln w="19050" cap="flat" cmpd="sng">
              <a:solidFill>
                <a:srgbClr val="79A4E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089" name="Google Shape;2089;p169"/>
          <p:cNvSpPr/>
          <p:nvPr/>
        </p:nvSpPr>
        <p:spPr>
          <a:xfrm>
            <a:off x="7881849" y="4957984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169"/>
          <p:cNvSpPr/>
          <p:nvPr/>
        </p:nvSpPr>
        <p:spPr>
          <a:xfrm>
            <a:off x="7810961" y="5153828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169"/>
          <p:cNvSpPr/>
          <p:nvPr/>
        </p:nvSpPr>
        <p:spPr>
          <a:xfrm>
            <a:off x="7810961" y="2936678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169"/>
          <p:cNvSpPr/>
          <p:nvPr/>
        </p:nvSpPr>
        <p:spPr>
          <a:xfrm>
            <a:off x="7881849" y="3749109"/>
            <a:ext cx="159300" cy="159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169"/>
          <p:cNvSpPr/>
          <p:nvPr/>
        </p:nvSpPr>
        <p:spPr>
          <a:xfrm>
            <a:off x="7810961" y="3944953"/>
            <a:ext cx="300900" cy="300900"/>
          </a:xfrm>
          <a:prstGeom prst="blockArc">
            <a:avLst>
              <a:gd name="adj1" fmla="val 10800000"/>
              <a:gd name="adj2" fmla="val 343079"/>
              <a:gd name="adj3" fmla="val 662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84793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1 2 5 1">
  <p:cSld name="Slide de Título 1 1 2 5 1"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 rotWithShape="1">
          <a:blip r:embed="rId2">
            <a:alphaModFix/>
          </a:blip>
          <a:srcRect l="35680" r="-11306"/>
          <a:stretch/>
        </p:blipFill>
        <p:spPr>
          <a:xfrm>
            <a:off x="0" y="0"/>
            <a:ext cx="92202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/>
          <p:cNvPicPr preferRelativeResize="0"/>
          <p:nvPr/>
        </p:nvPicPr>
        <p:blipFill rotWithShape="1">
          <a:blip r:embed="rId3">
            <a:alphaModFix amt="80000"/>
          </a:blip>
          <a:srcRect l="10145" t="8790" r="18405" b="51560"/>
          <a:stretch/>
        </p:blipFill>
        <p:spPr>
          <a:xfrm>
            <a:off x="0" y="0"/>
            <a:ext cx="12192000" cy="60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/>
          <p:nvPr/>
        </p:nvSpPr>
        <p:spPr>
          <a:xfrm>
            <a:off x="8191510" y="121788"/>
            <a:ext cx="3825900" cy="6736200"/>
          </a:xfrm>
          <a:prstGeom prst="rect">
            <a:avLst/>
          </a:prstGeom>
          <a:gradFill>
            <a:gsLst>
              <a:gs pos="0">
                <a:srgbClr val="F8F4F6">
                  <a:alpha val="0"/>
                </a:srgbClr>
              </a:gs>
              <a:gs pos="21000">
                <a:srgbClr val="F8F4F6">
                  <a:alpha val="0"/>
                </a:srgbClr>
              </a:gs>
              <a:gs pos="58000">
                <a:schemeClr val="lt1"/>
              </a:gs>
              <a:gs pos="71600">
                <a:srgbClr val="FCFDFE"/>
              </a:gs>
              <a:gs pos="100000">
                <a:srgbClr val="FCFDFE"/>
              </a:gs>
            </a:gsLst>
            <a:lin ang="0" scaled="0"/>
          </a:gradFill>
          <a:ln>
            <a:noFill/>
          </a:ln>
        </p:spPr>
        <p:txBody>
          <a:bodyPr spcFirstLastPara="1" wrap="square" lIns="65725" tIns="32900" rIns="65725" bIns="32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6"/>
              <a:buFont typeface="Arial"/>
              <a:buNone/>
            </a:pPr>
            <a:endParaRPr sz="1296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 amt="80000"/>
          </a:blip>
          <a:srcRect l="10145" t="8790" r="18405" b="51560"/>
          <a:stretch/>
        </p:blipFill>
        <p:spPr>
          <a:xfrm>
            <a:off x="0" y="-52332"/>
            <a:ext cx="12192000" cy="6057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27"/>
          <p:cNvGrpSpPr/>
          <p:nvPr/>
        </p:nvGrpSpPr>
        <p:grpSpPr>
          <a:xfrm rot="5400000">
            <a:off x="131775" y="275400"/>
            <a:ext cx="838200" cy="477900"/>
            <a:chOff x="74625" y="549275"/>
            <a:chExt cx="838200" cy="477900"/>
          </a:xfrm>
        </p:grpSpPr>
        <p:sp>
          <p:nvSpPr>
            <p:cNvPr id="150" name="Google Shape;150;p27"/>
            <p:cNvSpPr/>
            <p:nvPr/>
          </p:nvSpPr>
          <p:spPr>
            <a:xfrm>
              <a:off x="43657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7985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43657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7985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746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746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27"/>
          <p:cNvSpPr txBox="1"/>
          <p:nvPr/>
        </p:nvSpPr>
        <p:spPr>
          <a:xfrm rot="-5400000">
            <a:off x="-823281" y="3215100"/>
            <a:ext cx="2083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criação do futuro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8" name="Google Shape;158;p27"/>
          <p:cNvGrpSpPr/>
          <p:nvPr/>
        </p:nvGrpSpPr>
        <p:grpSpPr>
          <a:xfrm>
            <a:off x="9317825" y="6217007"/>
            <a:ext cx="2377251" cy="371625"/>
            <a:chOff x="9317825" y="6217007"/>
            <a:chExt cx="2377251" cy="371625"/>
          </a:xfrm>
        </p:grpSpPr>
        <p:pic>
          <p:nvPicPr>
            <p:cNvPr id="159" name="Google Shape;159;p27"/>
            <p:cNvPicPr preferRelativeResize="0"/>
            <p:nvPr/>
          </p:nvPicPr>
          <p:blipFill rotWithShape="1">
            <a:blip r:embed="rId4">
              <a:alphaModFix/>
            </a:blip>
            <a:srcRect l="72020" t="25221" b="7808"/>
            <a:stretch/>
          </p:blipFill>
          <p:spPr>
            <a:xfrm>
              <a:off x="9317825" y="6282625"/>
              <a:ext cx="617000" cy="240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2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p27"/>
          <p:cNvSpPr/>
          <p:nvPr/>
        </p:nvSpPr>
        <p:spPr>
          <a:xfrm flipH="1">
            <a:off x="5617174" y="1860936"/>
            <a:ext cx="6077901" cy="60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</a:endParaRPr>
          </a:p>
        </p:txBody>
      </p:sp>
      <p:sp>
        <p:nvSpPr>
          <p:cNvPr id="162" name="Google Shape;162;p27"/>
          <p:cNvSpPr/>
          <p:nvPr/>
        </p:nvSpPr>
        <p:spPr>
          <a:xfrm flipH="1">
            <a:off x="5617174" y="2579798"/>
            <a:ext cx="6077901" cy="60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</a:endParaRPr>
          </a:p>
        </p:txBody>
      </p:sp>
      <p:sp>
        <p:nvSpPr>
          <p:cNvPr id="163" name="Google Shape;163;p27"/>
          <p:cNvSpPr/>
          <p:nvPr/>
        </p:nvSpPr>
        <p:spPr>
          <a:xfrm flipH="1">
            <a:off x="5617174" y="3297523"/>
            <a:ext cx="6077901" cy="60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</a:endParaRPr>
          </a:p>
        </p:txBody>
      </p:sp>
      <p:sp>
        <p:nvSpPr>
          <p:cNvPr id="164" name="Google Shape;164;p27"/>
          <p:cNvSpPr/>
          <p:nvPr/>
        </p:nvSpPr>
        <p:spPr>
          <a:xfrm flipH="1">
            <a:off x="5617174" y="4015248"/>
            <a:ext cx="6077901" cy="60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</a:endParaRPr>
          </a:p>
        </p:txBody>
      </p:sp>
      <p:sp>
        <p:nvSpPr>
          <p:cNvPr id="165" name="Google Shape;165;p27"/>
          <p:cNvSpPr/>
          <p:nvPr/>
        </p:nvSpPr>
        <p:spPr>
          <a:xfrm flipH="1">
            <a:off x="5617174" y="4732974"/>
            <a:ext cx="6077901" cy="60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</a:endParaRPr>
          </a:p>
        </p:txBody>
      </p:sp>
      <p:sp>
        <p:nvSpPr>
          <p:cNvPr id="166" name="Google Shape;166;p27"/>
          <p:cNvSpPr/>
          <p:nvPr/>
        </p:nvSpPr>
        <p:spPr>
          <a:xfrm flipH="1">
            <a:off x="5617174" y="5450699"/>
            <a:ext cx="6077901" cy="60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</a:endParaRPr>
          </a:p>
        </p:txBody>
      </p:sp>
      <p:sp>
        <p:nvSpPr>
          <p:cNvPr id="167" name="Google Shape;167;p27"/>
          <p:cNvSpPr/>
          <p:nvPr/>
        </p:nvSpPr>
        <p:spPr>
          <a:xfrm rot="-5400000">
            <a:off x="5055500" y="1901373"/>
            <a:ext cx="605100" cy="528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82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7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TAREFA </a:t>
            </a:r>
            <a:r>
              <a:rPr lang="en-US" sz="1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p27"/>
          <p:cNvSpPr/>
          <p:nvPr/>
        </p:nvSpPr>
        <p:spPr>
          <a:xfrm rot="-5400000">
            <a:off x="5056850" y="2619224"/>
            <a:ext cx="602400" cy="528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82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7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TAREFA </a:t>
            </a:r>
            <a:r>
              <a:rPr lang="en-US" sz="1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" name="Google Shape;169;p27"/>
          <p:cNvSpPr/>
          <p:nvPr/>
        </p:nvSpPr>
        <p:spPr>
          <a:xfrm rot="-5400000">
            <a:off x="5053025" y="3344649"/>
            <a:ext cx="610200" cy="5181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82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7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TAREFA </a:t>
            </a:r>
            <a:r>
              <a:rPr lang="en-US" sz="1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6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" name="Google Shape;170;p27"/>
          <p:cNvSpPr/>
          <p:nvPr/>
        </p:nvSpPr>
        <p:spPr>
          <a:xfrm rot="-5400000">
            <a:off x="5055500" y="4053499"/>
            <a:ext cx="605100" cy="528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82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7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TAREFA </a:t>
            </a:r>
            <a:r>
              <a:rPr lang="en-US" sz="1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27"/>
          <p:cNvSpPr/>
          <p:nvPr/>
        </p:nvSpPr>
        <p:spPr>
          <a:xfrm rot="-5400000">
            <a:off x="5056850" y="4771149"/>
            <a:ext cx="602400" cy="5286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82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7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TAREFA </a:t>
            </a:r>
            <a:r>
              <a:rPr lang="en-US" sz="1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27"/>
          <p:cNvSpPr/>
          <p:nvPr/>
        </p:nvSpPr>
        <p:spPr>
          <a:xfrm rot="-5400000">
            <a:off x="5053025" y="5496574"/>
            <a:ext cx="610200" cy="5181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82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7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TAREFA </a:t>
            </a:r>
            <a:r>
              <a:rPr lang="en-US" sz="1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6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27"/>
          <p:cNvSpPr/>
          <p:nvPr/>
        </p:nvSpPr>
        <p:spPr>
          <a:xfrm flipH="1">
            <a:off x="2876994" y="2404310"/>
            <a:ext cx="2067000" cy="1485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2876994" y="1853859"/>
            <a:ext cx="2067000" cy="5637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82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7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IDEIA ÚTIL</a:t>
            </a:r>
            <a:br>
              <a:rPr lang="en-US" sz="867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2876994" y="4010485"/>
            <a:ext cx="2067000" cy="5637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82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7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IDEIA ÚTIL</a:t>
            </a:r>
            <a:br>
              <a:rPr lang="en-US" sz="867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6" name="Google Shape;176;p27"/>
          <p:cNvGrpSpPr/>
          <p:nvPr/>
        </p:nvGrpSpPr>
        <p:grpSpPr>
          <a:xfrm>
            <a:off x="789825" y="3165110"/>
            <a:ext cx="2026508" cy="2011076"/>
            <a:chOff x="816625" y="2767049"/>
            <a:chExt cx="2026508" cy="2011076"/>
          </a:xfrm>
        </p:grpSpPr>
        <p:pic>
          <p:nvPicPr>
            <p:cNvPr id="177" name="Google Shape;177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6625" y="3137475"/>
              <a:ext cx="1281400" cy="164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7"/>
            <p:cNvSpPr txBox="1"/>
            <p:nvPr/>
          </p:nvSpPr>
          <p:spPr>
            <a:xfrm>
              <a:off x="972101" y="3381122"/>
              <a:ext cx="109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i="0" u="none" strike="noStrike" cap="none" dirty="0" err="1">
                  <a:solidFill>
                    <a:schemeClr val="accent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Conceitos</a:t>
              </a:r>
              <a:endParaRPr dirty="0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79" name="Google Shape;179;p27"/>
            <p:cNvCxnSpPr/>
            <p:nvPr/>
          </p:nvCxnSpPr>
          <p:spPr>
            <a:xfrm rot="10800000" flipH="1">
              <a:off x="1977933" y="2767049"/>
              <a:ext cx="865200" cy="523800"/>
            </a:xfrm>
            <a:prstGeom prst="straightConnector1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0" name="Google Shape;180;p27"/>
            <p:cNvCxnSpPr/>
            <p:nvPr/>
          </p:nvCxnSpPr>
          <p:spPr>
            <a:xfrm>
              <a:off x="1937653" y="3940348"/>
              <a:ext cx="865200" cy="523800"/>
            </a:xfrm>
            <a:prstGeom prst="straightConnector1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81" name="Google Shape;181;p27"/>
          <p:cNvSpPr/>
          <p:nvPr/>
        </p:nvSpPr>
        <p:spPr>
          <a:xfrm flipH="1">
            <a:off x="2876994" y="4574185"/>
            <a:ext cx="2067000" cy="1485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E584754-BAC8-4965-90C0-3FAD73E10D0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810661" y="2059808"/>
            <a:ext cx="3905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643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 1 2 7">
  <p:cSld name="Slide de Título 1 1 2 7">
    <p:bg>
      <p:bgPr>
        <a:solidFill>
          <a:srgbClr val="FFFFFF"/>
        </a:solidFill>
        <a:effectLst/>
      </p:bgPr>
    </p:bg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9" name="Google Shape;1869;p160"/>
          <p:cNvPicPr preferRelativeResize="0"/>
          <p:nvPr/>
        </p:nvPicPr>
        <p:blipFill rotWithShape="1">
          <a:blip r:embed="rId2">
            <a:alphaModFix/>
          </a:blip>
          <a:srcRect l="35680" r="-11306"/>
          <a:stretch/>
        </p:blipFill>
        <p:spPr>
          <a:xfrm>
            <a:off x="0" y="0"/>
            <a:ext cx="92202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0" name="Google Shape;1870;p160"/>
          <p:cNvPicPr preferRelativeResize="0"/>
          <p:nvPr/>
        </p:nvPicPr>
        <p:blipFill rotWithShape="1">
          <a:blip r:embed="rId3">
            <a:alphaModFix amt="80000"/>
          </a:blip>
          <a:srcRect l="10145" t="8790" r="18405" b="51560"/>
          <a:stretch/>
        </p:blipFill>
        <p:spPr>
          <a:xfrm>
            <a:off x="0" y="0"/>
            <a:ext cx="12192000" cy="60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1" name="Google Shape;1871;p160"/>
          <p:cNvSpPr/>
          <p:nvPr/>
        </p:nvSpPr>
        <p:spPr>
          <a:xfrm>
            <a:off x="8191510" y="121788"/>
            <a:ext cx="3825900" cy="6736200"/>
          </a:xfrm>
          <a:prstGeom prst="rect">
            <a:avLst/>
          </a:prstGeom>
          <a:gradFill>
            <a:gsLst>
              <a:gs pos="0">
                <a:srgbClr val="F8F4F6">
                  <a:alpha val="0"/>
                </a:srgbClr>
              </a:gs>
              <a:gs pos="21000">
                <a:srgbClr val="F8F4F6">
                  <a:alpha val="0"/>
                </a:srgbClr>
              </a:gs>
              <a:gs pos="58000">
                <a:schemeClr val="lt1"/>
              </a:gs>
              <a:gs pos="71600">
                <a:srgbClr val="FCFDFE"/>
              </a:gs>
              <a:gs pos="100000">
                <a:srgbClr val="FCFDFE"/>
              </a:gs>
            </a:gsLst>
            <a:lin ang="0" scaled="0"/>
          </a:gradFill>
          <a:ln>
            <a:noFill/>
          </a:ln>
        </p:spPr>
        <p:txBody>
          <a:bodyPr spcFirstLastPara="1" wrap="square" lIns="65725" tIns="32900" rIns="65725" bIns="32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6"/>
              <a:buFont typeface="Arial"/>
              <a:buNone/>
            </a:pPr>
            <a:endParaRPr sz="1296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2" name="Google Shape;1872;p160"/>
          <p:cNvPicPr preferRelativeResize="0"/>
          <p:nvPr/>
        </p:nvPicPr>
        <p:blipFill rotWithShape="1">
          <a:blip r:embed="rId3">
            <a:alphaModFix amt="80000"/>
          </a:blip>
          <a:srcRect l="10145" t="8790" r="18405" b="51560"/>
          <a:stretch/>
        </p:blipFill>
        <p:spPr>
          <a:xfrm>
            <a:off x="0" y="-41700"/>
            <a:ext cx="12192000" cy="6057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3" name="Google Shape;1873;p160"/>
          <p:cNvGrpSpPr/>
          <p:nvPr/>
        </p:nvGrpSpPr>
        <p:grpSpPr>
          <a:xfrm rot="5400000">
            <a:off x="131775" y="275400"/>
            <a:ext cx="838200" cy="477900"/>
            <a:chOff x="74625" y="549275"/>
            <a:chExt cx="838200" cy="477900"/>
          </a:xfrm>
        </p:grpSpPr>
        <p:sp>
          <p:nvSpPr>
            <p:cNvPr id="1874" name="Google Shape;1874;p160"/>
            <p:cNvSpPr/>
            <p:nvPr/>
          </p:nvSpPr>
          <p:spPr>
            <a:xfrm>
              <a:off x="43657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60"/>
            <p:cNvSpPr/>
            <p:nvPr/>
          </p:nvSpPr>
          <p:spPr>
            <a:xfrm>
              <a:off x="7985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60"/>
            <p:cNvSpPr/>
            <p:nvPr/>
          </p:nvSpPr>
          <p:spPr>
            <a:xfrm>
              <a:off x="43657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60"/>
            <p:cNvSpPr/>
            <p:nvPr/>
          </p:nvSpPr>
          <p:spPr>
            <a:xfrm>
              <a:off x="7985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60"/>
            <p:cNvSpPr/>
            <p:nvPr/>
          </p:nvSpPr>
          <p:spPr>
            <a:xfrm>
              <a:off x="74625" y="9128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60"/>
            <p:cNvSpPr/>
            <p:nvPr/>
          </p:nvSpPr>
          <p:spPr>
            <a:xfrm>
              <a:off x="74625" y="549275"/>
              <a:ext cx="114300" cy="1143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9E2E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0" name="Google Shape;1880;p160"/>
          <p:cNvSpPr txBox="1"/>
          <p:nvPr/>
        </p:nvSpPr>
        <p:spPr>
          <a:xfrm rot="-5400000">
            <a:off x="-823281" y="3215100"/>
            <a:ext cx="2083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criação do futuro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81" name="Google Shape;1881;p160"/>
          <p:cNvSpPr txBox="1"/>
          <p:nvPr/>
        </p:nvSpPr>
        <p:spPr>
          <a:xfrm rot="-5400000">
            <a:off x="10650118" y="3123773"/>
            <a:ext cx="26394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5E5E8"/>
                </a:solidFill>
                <a:latin typeface="Trebuchet MS"/>
                <a:ea typeface="Trebuchet MS"/>
                <a:cs typeface="Trebuchet MS"/>
                <a:sym typeface="Trebuchet MS"/>
              </a:rPr>
              <a:t>desenvolvimento de líderes</a:t>
            </a:r>
            <a:endParaRPr sz="1400" b="0" i="0" u="none" strike="noStrike" cap="none">
              <a:solidFill>
                <a:srgbClr val="E5E5E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82" name="Google Shape;1882;p160"/>
          <p:cNvGrpSpPr/>
          <p:nvPr/>
        </p:nvGrpSpPr>
        <p:grpSpPr>
          <a:xfrm>
            <a:off x="9317825" y="6217007"/>
            <a:ext cx="2377251" cy="371625"/>
            <a:chOff x="9317825" y="6217007"/>
            <a:chExt cx="2377251" cy="371625"/>
          </a:xfrm>
        </p:grpSpPr>
        <p:pic>
          <p:nvPicPr>
            <p:cNvPr id="1883" name="Google Shape;1883;p160"/>
            <p:cNvPicPr preferRelativeResize="0"/>
            <p:nvPr/>
          </p:nvPicPr>
          <p:blipFill rotWithShape="1">
            <a:blip r:embed="rId4">
              <a:alphaModFix/>
            </a:blip>
            <a:srcRect l="72020" t="25221" b="7808"/>
            <a:stretch/>
          </p:blipFill>
          <p:spPr>
            <a:xfrm>
              <a:off x="9317825" y="6282625"/>
              <a:ext cx="617000" cy="240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4" name="Google Shape;1884;p16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40204" y="6217007"/>
              <a:ext cx="1554872" cy="371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5" name="Google Shape;1885;p160"/>
          <p:cNvGrpSpPr/>
          <p:nvPr/>
        </p:nvGrpSpPr>
        <p:grpSpPr>
          <a:xfrm>
            <a:off x="10368449" y="625475"/>
            <a:ext cx="1176000" cy="1175700"/>
            <a:chOff x="10368449" y="625475"/>
            <a:chExt cx="1176000" cy="1175700"/>
          </a:xfrm>
        </p:grpSpPr>
        <p:sp>
          <p:nvSpPr>
            <p:cNvPr id="1886" name="Google Shape;1886;p160"/>
            <p:cNvSpPr/>
            <p:nvPr/>
          </p:nvSpPr>
          <p:spPr>
            <a:xfrm>
              <a:off x="10368700" y="625475"/>
              <a:ext cx="1175700" cy="11757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160"/>
            <p:cNvSpPr txBox="1"/>
            <p:nvPr/>
          </p:nvSpPr>
          <p:spPr>
            <a:xfrm>
              <a:off x="10368449" y="1083525"/>
              <a:ext cx="11760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chemeClr val="accent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Priorize e </a:t>
              </a:r>
              <a:endParaRPr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chemeClr val="accent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selecione a </a:t>
              </a:r>
              <a:endParaRPr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chemeClr val="accent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solução</a:t>
              </a:r>
              <a:endParaRPr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1888" name="Google Shape;1888;p160"/>
            <p:cNvPicPr preferRelativeResize="0"/>
            <p:nvPr/>
          </p:nvPicPr>
          <p:blipFill rotWithShape="1">
            <a:blip r:embed="rId6">
              <a:alphaModFix/>
            </a:blip>
            <a:srcRect l="60986" r="20025"/>
            <a:stretch/>
          </p:blipFill>
          <p:spPr>
            <a:xfrm>
              <a:off x="10653100" y="656400"/>
              <a:ext cx="548299" cy="5129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889" name="Google Shape;1889;p160"/>
          <p:cNvGraphicFramePr/>
          <p:nvPr/>
        </p:nvGraphicFramePr>
        <p:xfrm>
          <a:off x="4742296" y="2347446"/>
          <a:ext cx="6084075" cy="3537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06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75775" marR="75775" marT="37900" marB="379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75775" marR="75775" marT="37900" marB="379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75775" marR="75775" marT="37900" marB="379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75775" marR="75775" marT="37900" marB="379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90" name="Google Shape;1890;p160"/>
          <p:cNvGrpSpPr/>
          <p:nvPr/>
        </p:nvGrpSpPr>
        <p:grpSpPr>
          <a:xfrm>
            <a:off x="3894152" y="2236888"/>
            <a:ext cx="7841821" cy="4098893"/>
            <a:chOff x="856673" y="1703245"/>
            <a:chExt cx="5881513" cy="3074247"/>
          </a:xfrm>
        </p:grpSpPr>
        <p:sp>
          <p:nvSpPr>
            <p:cNvPr id="1891" name="Google Shape;1891;p160"/>
            <p:cNvSpPr txBox="1"/>
            <p:nvPr/>
          </p:nvSpPr>
          <p:spPr>
            <a:xfrm>
              <a:off x="6173886" y="4278347"/>
              <a:ext cx="564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867"/>
                <a:buFont typeface="Arial"/>
                <a:buNone/>
              </a:pPr>
              <a:r>
                <a:rPr lang="en-US" sz="1867" b="1" i="0" u="none" strike="noStrike" cap="none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Alta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2" name="Google Shape;1892;p160"/>
            <p:cNvSpPr txBox="1"/>
            <p:nvPr/>
          </p:nvSpPr>
          <p:spPr>
            <a:xfrm>
              <a:off x="2313204" y="4492792"/>
              <a:ext cx="23310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E7209"/>
                </a:buClr>
                <a:buSzPts val="1867"/>
                <a:buFont typeface="Arial"/>
                <a:buNone/>
              </a:pPr>
              <a:r>
                <a:rPr lang="en-US" sz="1867" b="1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Habilidade</a:t>
              </a:r>
              <a:endParaRPr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3" name="Google Shape;1893;p160"/>
            <p:cNvSpPr txBox="1"/>
            <p:nvPr/>
          </p:nvSpPr>
          <p:spPr>
            <a:xfrm>
              <a:off x="966473" y="1703245"/>
              <a:ext cx="413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867"/>
                <a:buFont typeface="Arial"/>
                <a:buNone/>
              </a:pPr>
              <a:r>
                <a:rPr lang="en-US" sz="1867" b="1" i="0" u="none" strike="noStrike" cap="none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Alta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4" name="Google Shape;1894;p160"/>
            <p:cNvSpPr txBox="1"/>
            <p:nvPr/>
          </p:nvSpPr>
          <p:spPr>
            <a:xfrm>
              <a:off x="856673" y="4288263"/>
              <a:ext cx="523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867"/>
                <a:buFont typeface="Arial"/>
                <a:buNone/>
              </a:pPr>
              <a:r>
                <a:rPr lang="en-US" sz="1867" b="1" i="0" u="none" strike="noStrike" cap="none">
                  <a:solidFill>
                    <a:srgbClr val="59595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Baixa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5" name="Google Shape;1895;p160"/>
            <p:cNvSpPr txBox="1"/>
            <p:nvPr/>
          </p:nvSpPr>
          <p:spPr>
            <a:xfrm rot="-5400000">
              <a:off x="3184" y="2847177"/>
              <a:ext cx="2284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E7209"/>
                </a:buClr>
                <a:buSzPts val="1867"/>
                <a:buFont typeface="Arial"/>
                <a:buNone/>
              </a:pPr>
              <a:r>
                <a:rPr lang="en-US" sz="1867" b="1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Valor para</a:t>
              </a:r>
              <a:br>
                <a:rPr lang="en-US" sz="1867" b="1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</a:br>
              <a:r>
                <a:rPr lang="en-US" sz="1867" b="1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</a:t>
              </a:r>
              <a:r>
                <a:rPr lang="en-US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lang="en-US" sz="1867" b="1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Negócio</a:t>
              </a:r>
              <a:endParaRPr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896" name="Google Shape;1896;p160"/>
          <p:cNvSpPr txBox="1"/>
          <p:nvPr/>
        </p:nvSpPr>
        <p:spPr>
          <a:xfrm>
            <a:off x="912166" y="4189062"/>
            <a:ext cx="15297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IDEIA 2</a:t>
            </a:r>
            <a:endParaRPr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7" name="Google Shape;1897;p160"/>
          <p:cNvSpPr txBox="1"/>
          <p:nvPr/>
        </p:nvSpPr>
        <p:spPr>
          <a:xfrm>
            <a:off x="929570" y="2142950"/>
            <a:ext cx="10707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IDEIA 1</a:t>
            </a:r>
            <a:endParaRPr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8" name="Google Shape;1898;p160"/>
          <p:cNvSpPr txBox="1"/>
          <p:nvPr/>
        </p:nvSpPr>
        <p:spPr>
          <a:xfrm>
            <a:off x="929589" y="1543175"/>
            <a:ext cx="83478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Arraste o adesivo virtual e fixe na opção desejada: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965257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pos="347">
          <p15:clr>
            <a:srgbClr val="FBAE40"/>
          </p15:clr>
        </p15:guide>
        <p15:guide id="6" pos="73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89629" y="571500"/>
            <a:ext cx="11012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900"/>
              <a:buFont typeface="Trebuchet MS"/>
              <a:buNone/>
              <a:defRPr sz="3900" b="1" i="0" u="none" strike="noStrike" cap="none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89629" y="1485901"/>
            <a:ext cx="110127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00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Trebuchet MS"/>
              <a:buChar char="►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Trebuchet MS"/>
              <a:buChar char="►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988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Trebuchet MS"/>
              <a:buChar char="►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60"/>
              <a:buFont typeface="Trebuchet MS"/>
              <a:buChar char="►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60"/>
              <a:buFont typeface="Trebuchet MS"/>
              <a:buChar char="►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4" r:id="rId3"/>
    <p:sldLayoutId id="2147483665" r:id="rId4"/>
    <p:sldLayoutId id="2147484269" r:id="rId5"/>
    <p:sldLayoutId id="2147484272" r:id="rId6"/>
    <p:sldLayoutId id="2147484273" r:id="rId7"/>
    <p:sldLayoutId id="2147484274" r:id="rId8"/>
    <p:sldLayoutId id="2147484277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1527">
          <p15:clr>
            <a:srgbClr val="F26B43"/>
          </p15:clr>
        </p15:guide>
        <p15:guide id="3" pos="1005">
          <p15:clr>
            <a:srgbClr val="F26B43"/>
          </p15:clr>
        </p15:guide>
        <p15:guide id="4" pos="2184">
          <p15:clr>
            <a:srgbClr val="F26B43"/>
          </p15:clr>
        </p15:guide>
        <p15:guide id="5" pos="2275">
          <p15:clr>
            <a:srgbClr val="F26B43"/>
          </p15:clr>
        </p15:guide>
        <p15:guide id="6" pos="2819">
          <p15:clr>
            <a:srgbClr val="F26B43"/>
          </p15:clr>
        </p15:guide>
        <p15:guide id="7" pos="2933">
          <p15:clr>
            <a:srgbClr val="F26B43"/>
          </p15:clr>
        </p15:guide>
        <p15:guide id="8" orient="horz" pos="822">
          <p15:clr>
            <a:srgbClr val="F26B43"/>
          </p15:clr>
        </p15:guide>
        <p15:guide id="9" pos="3454">
          <p15:clr>
            <a:srgbClr val="F26B43"/>
          </p15:clr>
        </p15:guide>
        <p15:guide id="10" pos="3568">
          <p15:clr>
            <a:srgbClr val="F26B43"/>
          </p15:clr>
        </p15:guide>
        <p15:guide id="11" pos="4089">
          <p15:clr>
            <a:srgbClr val="F26B43"/>
          </p15:clr>
        </p15:guide>
        <p15:guide id="12" pos="4203">
          <p15:clr>
            <a:srgbClr val="F26B43"/>
          </p15:clr>
        </p15:guide>
        <p15:guide id="13" pos="4747">
          <p15:clr>
            <a:srgbClr val="F26B43"/>
          </p15:clr>
        </p15:guide>
        <p15:guide id="14" pos="4847">
          <p15:clr>
            <a:srgbClr val="F26B43"/>
          </p15:clr>
        </p15:guide>
        <p15:guide id="15" pos="5382">
          <p15:clr>
            <a:srgbClr val="F26B43"/>
          </p15:clr>
        </p15:guide>
        <p15:guide id="16" pos="5496">
          <p15:clr>
            <a:srgbClr val="F26B43"/>
          </p15:clr>
        </p15:guide>
        <p15:guide id="17" pos="6017">
          <p15:clr>
            <a:srgbClr val="F26B43"/>
          </p15:clr>
        </p15:guide>
        <p15:guide id="18" pos="6131">
          <p15:clr>
            <a:srgbClr val="F26B43"/>
          </p15:clr>
        </p15:guide>
        <p15:guide id="19" pos="6675">
          <p15:clr>
            <a:srgbClr val="F26B43"/>
          </p15:clr>
        </p15:guide>
        <p15:guide id="20" pos="6775">
          <p15:clr>
            <a:srgbClr val="F26B43"/>
          </p15:clr>
        </p15:guide>
        <p15:guide id="21" pos="1627">
          <p15:clr>
            <a:srgbClr val="F26B43"/>
          </p15:clr>
        </p15:guide>
        <p15:guide id="22" pos="7310">
          <p15:clr>
            <a:srgbClr val="F26B43"/>
          </p15:clr>
        </p15:guide>
        <p15:guide id="23" orient="horz" pos="1480">
          <p15:clr>
            <a:srgbClr val="F26B43"/>
          </p15:clr>
        </p15:guide>
        <p15:guide id="24" orient="horz" pos="13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2.svg"/><Relationship Id="rId10" Type="http://schemas.openxmlformats.org/officeDocument/2006/relationships/image" Target="../media/image31.png"/><Relationship Id="rId4" Type="http://schemas.openxmlformats.org/officeDocument/2006/relationships/image" Target="../media/image21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17.png"/><Relationship Id="rId7" Type="http://schemas.openxmlformats.org/officeDocument/2006/relationships/slide" Target="slide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6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5" name="Google Shape;5845;p409"/>
          <p:cNvPicPr preferRelativeResize="0"/>
          <p:nvPr/>
        </p:nvPicPr>
        <p:blipFill rotWithShape="1">
          <a:blip r:embed="rId3">
            <a:alphaModFix/>
          </a:blip>
          <a:srcRect t="-37300" r="70667" b="-41942"/>
          <a:stretch/>
        </p:blipFill>
        <p:spPr>
          <a:xfrm rot="-5400000">
            <a:off x="12989" y="-70137"/>
            <a:ext cx="1097974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46" name="Google Shape;5846;p409"/>
          <p:cNvSpPr txBox="1"/>
          <p:nvPr/>
        </p:nvSpPr>
        <p:spPr>
          <a:xfrm>
            <a:off x="2396243" y="737596"/>
            <a:ext cx="5116663" cy="231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“Sala de </a:t>
            </a:r>
            <a:r>
              <a:rPr lang="en-US" sz="4800" b="1" dirty="0" err="1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Máquinas</a:t>
            </a:r>
            <a:r>
              <a:rPr lang="en-US" sz="48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 da </a:t>
            </a:r>
            <a:r>
              <a:rPr lang="en-US" sz="4800" b="1" dirty="0" err="1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Transformação</a:t>
            </a:r>
            <a:r>
              <a:rPr lang="en-US" sz="48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 sz="4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6BCC87-DB4F-4608-8CB0-F06C8D6FB795}"/>
              </a:ext>
            </a:extLst>
          </p:cNvPr>
          <p:cNvSpPr txBox="1"/>
          <p:nvPr/>
        </p:nvSpPr>
        <p:spPr>
          <a:xfrm>
            <a:off x="139315" y="0"/>
            <a:ext cx="2401624" cy="6755815"/>
          </a:xfrm>
          <a:prstGeom prst="flowChartMerge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bg1"/>
                </a:solidFill>
                <a:latin typeface="Aharoni" panose="02010803020104030203" pitchFamily="2" charset="-79"/>
                <a:ea typeface="Trebuchet MS"/>
                <a:cs typeface="Aharoni" panose="02010803020104030203" pitchFamily="2" charset="-79"/>
                <a:sym typeface="Trebuchet MS"/>
              </a:rPr>
              <a:t>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bg1"/>
                </a:solidFill>
                <a:latin typeface="Aharoni" panose="02010803020104030203" pitchFamily="2" charset="-79"/>
                <a:ea typeface="Trebuchet MS"/>
                <a:cs typeface="Aharoni" panose="02010803020104030203" pitchFamily="2" charset="-79"/>
                <a:sym typeface="Trebuchet MS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bg1"/>
                </a:solidFill>
                <a:latin typeface="Aharoni" panose="02010803020104030203" pitchFamily="2" charset="-79"/>
                <a:ea typeface="Trebuchet MS"/>
                <a:cs typeface="Aharoni" panose="02010803020104030203" pitchFamily="2" charset="-79"/>
                <a:sym typeface="Trebuchet MS"/>
              </a:rPr>
              <a:t>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bg1"/>
                </a:solidFill>
                <a:latin typeface="Aharoni" panose="02010803020104030203" pitchFamily="2" charset="-79"/>
                <a:ea typeface="Trebuchet MS"/>
                <a:cs typeface="Aharoni" panose="02010803020104030203" pitchFamily="2" charset="-79"/>
                <a:sym typeface="Trebuchet MS"/>
              </a:rPr>
              <a:t>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93D6D0-D08C-4271-9FF1-BD59AA2E1E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310" r="6231"/>
          <a:stretch/>
        </p:blipFill>
        <p:spPr>
          <a:xfrm>
            <a:off x="7368209" y="1167409"/>
            <a:ext cx="4081670" cy="3970421"/>
          </a:xfrm>
          <a:prstGeom prst="flowChartConnector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8" name="Google Shape;5922;p413">
            <a:extLst>
              <a:ext uri="{FF2B5EF4-FFF2-40B4-BE49-F238E27FC236}">
                <a16:creationId xmlns:a16="http://schemas.microsoft.com/office/drawing/2014/main" id="{955FB59E-9BA7-4180-A338-094950877715}"/>
              </a:ext>
            </a:extLst>
          </p:cNvPr>
          <p:cNvSpPr txBox="1"/>
          <p:nvPr/>
        </p:nvSpPr>
        <p:spPr>
          <a:xfrm>
            <a:off x="2865617" y="3453404"/>
            <a:ext cx="4177913" cy="1514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Passo</a:t>
            </a:r>
            <a:r>
              <a:rPr lang="en-US" sz="2000" i="1" dirty="0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 a </a:t>
            </a:r>
            <a:r>
              <a:rPr lang="en-US" sz="2000" i="1" dirty="0" err="1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Passo</a:t>
            </a:r>
            <a:r>
              <a:rPr lang="en-US" sz="2000" i="1" dirty="0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 da </a:t>
            </a:r>
            <a:r>
              <a:rPr lang="en-US" sz="2000" i="1" dirty="0" err="1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Resolução</a:t>
            </a:r>
            <a:r>
              <a:rPr lang="en-US" sz="2000" i="1" dirty="0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i="1" dirty="0" err="1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Criativa</a:t>
            </a:r>
            <a:r>
              <a:rPr lang="en-US" sz="2000" i="1" dirty="0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 de </a:t>
            </a:r>
            <a:r>
              <a:rPr lang="en-US" sz="2000" i="1" dirty="0" err="1">
                <a:solidFill>
                  <a:schemeClr val="bg1">
                    <a:lumMod val="8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Problemas</a:t>
            </a:r>
            <a:endParaRPr sz="2000" i="1" dirty="0">
              <a:solidFill>
                <a:schemeClr val="bg1">
                  <a:lumMod val="85000"/>
                </a:schemeClr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" name="Google Shape;8490;p620">
            <a:extLst>
              <a:ext uri="{FF2B5EF4-FFF2-40B4-BE49-F238E27FC236}">
                <a16:creationId xmlns:a16="http://schemas.microsoft.com/office/drawing/2014/main" id="{135B3C2F-362E-491A-90D3-A26F0548C15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3530" y="6120404"/>
            <a:ext cx="1932075" cy="4544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865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2" name="Google Shape;5922;p413"/>
          <p:cNvSpPr txBox="1"/>
          <p:nvPr/>
        </p:nvSpPr>
        <p:spPr>
          <a:xfrm>
            <a:off x="1047750" y="377825"/>
            <a:ext cx="10593300" cy="10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Descreva</a:t>
            </a:r>
            <a:r>
              <a:rPr lang="en-US" sz="33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um </a:t>
            </a:r>
            <a:r>
              <a:rPr lang="en-US" sz="3300" b="1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problema</a:t>
            </a:r>
            <a:r>
              <a:rPr lang="en-US" sz="33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real!</a:t>
            </a:r>
            <a:endParaRPr sz="33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3B9D8A2-5B6C-4C9B-9827-027C3EE4CBFD}"/>
              </a:ext>
            </a:extLst>
          </p:cNvPr>
          <p:cNvSpPr/>
          <p:nvPr/>
        </p:nvSpPr>
        <p:spPr>
          <a:xfrm>
            <a:off x="2442390" y="2381319"/>
            <a:ext cx="8761228" cy="33386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16" name="Gráfico 15" descr="Lápis com preenchimento sólido">
            <a:extLst>
              <a:ext uri="{FF2B5EF4-FFF2-40B4-BE49-F238E27FC236}">
                <a16:creationId xmlns:a16="http://schemas.microsoft.com/office/drawing/2014/main" id="{D7869CEB-F7B7-4AE2-94E0-E6BF41904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1650" y="12771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1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" name="Google Shape;5939;p414"/>
          <p:cNvPicPr preferRelativeResize="0"/>
          <p:nvPr/>
        </p:nvPicPr>
        <p:blipFill rotWithShape="1">
          <a:blip r:embed="rId3">
            <a:alphaModFix/>
          </a:blip>
          <a:srcRect t="59" b="59"/>
          <a:stretch/>
        </p:blipFill>
        <p:spPr>
          <a:xfrm>
            <a:off x="5651207" y="945762"/>
            <a:ext cx="5047488" cy="5064626"/>
          </a:xfrm>
          <a:prstGeom prst="rect">
            <a:avLst/>
          </a:prstGeom>
          <a:noFill/>
          <a:ln>
            <a:noFill/>
          </a:ln>
        </p:spPr>
      </p:pic>
      <p:sp>
        <p:nvSpPr>
          <p:cNvPr id="5940" name="Google Shape;5940;p414"/>
          <p:cNvSpPr txBox="1"/>
          <p:nvPr/>
        </p:nvSpPr>
        <p:spPr>
          <a:xfrm>
            <a:off x="1063307" y="163551"/>
            <a:ext cx="4587900" cy="11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Etapa 1</a:t>
            </a:r>
            <a:endParaRPr sz="3300" b="1" dirty="0">
              <a:solidFill>
                <a:srgbClr val="003DA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Decida</a:t>
            </a:r>
            <a:r>
              <a:rPr lang="en-US" sz="2400" b="1" dirty="0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 no que </a:t>
            </a:r>
            <a:r>
              <a:rPr lang="en-US" sz="2400" b="1" dirty="0" err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Focar</a:t>
            </a:r>
            <a:endParaRPr sz="2400" b="1" dirty="0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41" name="Google Shape;5941;p414"/>
          <p:cNvSpPr txBox="1"/>
          <p:nvPr/>
        </p:nvSpPr>
        <p:spPr>
          <a:xfrm>
            <a:off x="7372491" y="1804780"/>
            <a:ext cx="16488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Decida em </a:t>
            </a:r>
            <a:endParaRPr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que focar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42" name="Google Shape;5942;p414"/>
          <p:cNvSpPr txBox="1"/>
          <p:nvPr/>
        </p:nvSpPr>
        <p:spPr>
          <a:xfrm>
            <a:off x="9136437" y="3534347"/>
            <a:ext cx="1551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Gere opções </a:t>
            </a:r>
            <a:endParaRPr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criativas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43" name="Google Shape;5943;p414"/>
          <p:cNvSpPr txBox="1"/>
          <p:nvPr/>
        </p:nvSpPr>
        <p:spPr>
          <a:xfrm>
            <a:off x="5601997" y="3545443"/>
            <a:ext cx="16488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Implemente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e repita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44" name="Google Shape;5944;p414"/>
          <p:cNvSpPr txBox="1"/>
          <p:nvPr/>
        </p:nvSpPr>
        <p:spPr>
          <a:xfrm>
            <a:off x="7240943" y="5128665"/>
            <a:ext cx="18084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Priorize e </a:t>
            </a:r>
            <a:endParaRPr sz="15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selecione a </a:t>
            </a:r>
            <a:endParaRPr sz="15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45" name="Google Shape;5945;p414"/>
          <p:cNvSpPr/>
          <p:nvPr/>
        </p:nvSpPr>
        <p:spPr>
          <a:xfrm>
            <a:off x="7473786" y="2777115"/>
            <a:ext cx="1401900" cy="14019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6" name="Google Shape;5946;p414"/>
          <p:cNvSpPr txBox="1"/>
          <p:nvPr/>
        </p:nvSpPr>
        <p:spPr>
          <a:xfrm>
            <a:off x="7328736" y="3118725"/>
            <a:ext cx="16920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RESOLUÇÃO </a:t>
            </a:r>
            <a:endParaRPr sz="1550" b="1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DE</a:t>
            </a:r>
            <a:endParaRPr sz="1550" b="1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PROBLEMAS</a:t>
            </a:r>
            <a:endParaRPr sz="1550" b="1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47" name="Google Shape;5947;p414"/>
          <p:cNvPicPr preferRelativeResize="0"/>
          <p:nvPr/>
        </p:nvPicPr>
        <p:blipFill rotWithShape="1">
          <a:blip r:embed="rId4">
            <a:alphaModFix/>
          </a:blip>
          <a:srcRect l="29181" r="56982"/>
          <a:stretch/>
        </p:blipFill>
        <p:spPr>
          <a:xfrm>
            <a:off x="9683362" y="2872366"/>
            <a:ext cx="540149" cy="6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8" name="Google Shape;5948;p4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6299" y="2909463"/>
            <a:ext cx="540150" cy="544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9" name="Google Shape;5949;p414"/>
          <p:cNvPicPr preferRelativeResize="0"/>
          <p:nvPr/>
        </p:nvPicPr>
        <p:blipFill rotWithShape="1">
          <a:blip r:embed="rId6">
            <a:alphaModFix/>
          </a:blip>
          <a:srcRect l="60986" r="20025"/>
          <a:stretch/>
        </p:blipFill>
        <p:spPr>
          <a:xfrm>
            <a:off x="7866215" y="4593579"/>
            <a:ext cx="661369" cy="6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0" name="Google Shape;5950;p4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6186" y="1211190"/>
            <a:ext cx="661375" cy="468051"/>
          </a:xfrm>
          <a:prstGeom prst="rect">
            <a:avLst/>
          </a:prstGeom>
          <a:noFill/>
          <a:ln>
            <a:noFill/>
          </a:ln>
        </p:spPr>
      </p:pic>
      <p:sp>
        <p:nvSpPr>
          <p:cNvPr id="5951" name="Google Shape;5951;p414"/>
          <p:cNvSpPr txBox="1"/>
          <p:nvPr/>
        </p:nvSpPr>
        <p:spPr>
          <a:xfrm>
            <a:off x="1006625" y="1985850"/>
            <a:ext cx="3905400" cy="28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Identifique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oportunidades</a:t>
            </a:r>
            <a:b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de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inovação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endParaRPr sz="24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Envolva</a:t>
            </a: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os</a:t>
            </a: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stakeholders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certos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para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fornecer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informações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sobre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problemas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ou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oportunidades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4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7" name="Google Shape;5957;p415"/>
          <p:cNvSpPr txBox="1"/>
          <p:nvPr/>
        </p:nvSpPr>
        <p:spPr>
          <a:xfrm>
            <a:off x="895350" y="57461"/>
            <a:ext cx="5391000" cy="1115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Focar</a:t>
            </a:r>
            <a:r>
              <a:rPr lang="en-US" sz="3300" b="1" dirty="0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300" b="1" dirty="0" err="1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nas</a:t>
            </a:r>
            <a:r>
              <a:rPr lang="en-US" sz="3300" b="1" dirty="0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300" b="1" dirty="0" err="1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Oportunidades</a:t>
            </a:r>
            <a:endParaRPr sz="3300" b="1" dirty="0">
              <a:solidFill>
                <a:srgbClr val="003DA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58" name="Google Shape;5958;p415"/>
          <p:cNvSpPr/>
          <p:nvPr/>
        </p:nvSpPr>
        <p:spPr>
          <a:xfrm>
            <a:off x="4775025" y="1278625"/>
            <a:ext cx="59349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Para identificar oportunidades de inovação ou melhoria contínua na resolução do problema escolhido, considere:</a:t>
            </a:r>
            <a:endParaRPr sz="1650" i="0" u="none" strike="noStrike" cap="none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5959" name="Google Shape;5959;p415"/>
          <p:cNvGraphicFramePr/>
          <p:nvPr>
            <p:extLst>
              <p:ext uri="{D42A27DB-BD31-4B8C-83A1-F6EECF244321}">
                <p14:modId xmlns:p14="http://schemas.microsoft.com/office/powerpoint/2010/main" val="1022248899"/>
              </p:ext>
            </p:extLst>
          </p:nvPr>
        </p:nvGraphicFramePr>
        <p:xfrm>
          <a:off x="4862322" y="2072854"/>
          <a:ext cx="6688550" cy="177395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68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 que 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já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fazemos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que 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poderia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ser 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feito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DIFERENTE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para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melhorar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os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resultados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(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melhoria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b="0" u="none" strike="noStrike" cap="none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contínua</a:t>
                      </a:r>
                      <a:r>
                        <a:rPr lang="en-US" sz="1600" b="0" u="none" strike="noStrike" cap="none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)?</a:t>
                      </a:r>
                      <a:endParaRPr sz="1600" b="0" u="none" strike="noStrike" cap="none" dirty="0">
                        <a:solidFill>
                          <a:schemeClr val="accent6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74300" marR="274300" marT="60950" marB="60950" anchor="ctr">
                    <a:lnL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8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i="1" dirty="0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25" marR="121925" marT="60950" marB="60950">
                    <a:lnL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60" name="Google Shape;5960;p415"/>
          <p:cNvGraphicFramePr/>
          <p:nvPr>
            <p:extLst>
              <p:ext uri="{D42A27DB-BD31-4B8C-83A1-F6EECF244321}">
                <p14:modId xmlns:p14="http://schemas.microsoft.com/office/powerpoint/2010/main" val="1773934889"/>
              </p:ext>
            </p:extLst>
          </p:nvPr>
        </p:nvGraphicFramePr>
        <p:xfrm>
          <a:off x="4862322" y="4043292"/>
          <a:ext cx="6688550" cy="182390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68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3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0D5B"/>
                        </a:buClr>
                        <a:buSzPts val="1040"/>
                        <a:buFont typeface="Arial"/>
                        <a:buNone/>
                      </a:pP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Que </a:t>
                      </a:r>
                      <a:r>
                        <a:rPr lang="en-US" sz="1600" b="0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coisas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poderíamos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tentar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fazer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para </a:t>
                      </a:r>
                      <a:r>
                        <a:rPr lang="en-US" sz="1600" b="0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entregar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NOVAS FONTES DE VALOR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para o </a:t>
                      </a:r>
                      <a:r>
                        <a:rPr lang="en-US" sz="1600" b="0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negócio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(</a:t>
                      </a:r>
                      <a:r>
                        <a:rPr lang="en-US" sz="1600" b="0" dirty="0" err="1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inovação</a:t>
                      </a:r>
                      <a:r>
                        <a:rPr lang="en-US" sz="1600" b="0" dirty="0">
                          <a:solidFill>
                            <a:schemeClr val="accent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)?</a:t>
                      </a:r>
                      <a:endParaRPr sz="1700" dirty="0">
                        <a:solidFill>
                          <a:schemeClr val="accent6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74300" marR="274300" marT="60950" marB="60950" anchor="ctr">
                    <a:lnL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8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300" i="1" dirty="0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121925" marR="121925" marT="60950" marB="60950">
                    <a:lnL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Google Shape;5961;p415">
            <a:extLst>
              <a:ext uri="{FF2B5EF4-FFF2-40B4-BE49-F238E27FC236}">
                <a16:creationId xmlns:a16="http://schemas.microsoft.com/office/drawing/2014/main" id="{44A92F38-59DB-4833-A2D7-9EF855F64E44}"/>
              </a:ext>
            </a:extLst>
          </p:cNvPr>
          <p:cNvSpPr/>
          <p:nvPr/>
        </p:nvSpPr>
        <p:spPr>
          <a:xfrm>
            <a:off x="10375172" y="211063"/>
            <a:ext cx="1175700" cy="11757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5962;p415">
            <a:extLst>
              <a:ext uri="{FF2B5EF4-FFF2-40B4-BE49-F238E27FC236}">
                <a16:creationId xmlns:a16="http://schemas.microsoft.com/office/drawing/2014/main" id="{9F0C6E3F-C80A-41E4-890C-2A0B8B637712}"/>
              </a:ext>
            </a:extLst>
          </p:cNvPr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10698472" y="371079"/>
            <a:ext cx="528850" cy="37424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963;p415">
            <a:extLst>
              <a:ext uri="{FF2B5EF4-FFF2-40B4-BE49-F238E27FC236}">
                <a16:creationId xmlns:a16="http://schemas.microsoft.com/office/drawing/2014/main" id="{80825EFB-DC71-49B6-8F83-68E3343EBC3B}"/>
              </a:ext>
            </a:extLst>
          </p:cNvPr>
          <p:cNvSpPr txBox="1"/>
          <p:nvPr/>
        </p:nvSpPr>
        <p:spPr>
          <a:xfrm>
            <a:off x="10451222" y="761003"/>
            <a:ext cx="1023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Decida em</a:t>
            </a:r>
            <a:endParaRPr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que focar</a:t>
            </a:r>
            <a:endParaRPr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" name="Gráfico 12" descr="Lápis com preenchimento sólido">
            <a:extLst>
              <a:ext uri="{FF2B5EF4-FFF2-40B4-BE49-F238E27FC236}">
                <a16:creationId xmlns:a16="http://schemas.microsoft.com/office/drawing/2014/main" id="{36F6FAEA-F131-462C-9178-61EEEE973B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3372" y="101264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" name="Google Shape;5969;p416"/>
          <p:cNvSpPr txBox="1"/>
          <p:nvPr/>
        </p:nvSpPr>
        <p:spPr>
          <a:xfrm>
            <a:off x="895350" y="415925"/>
            <a:ext cx="71436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Envolva os Stakeholders Certos</a:t>
            </a:r>
            <a:endParaRPr sz="3300" b="1">
              <a:solidFill>
                <a:srgbClr val="003DA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0" name="Google Shape;5970;p416"/>
          <p:cNvSpPr txBox="1"/>
          <p:nvPr/>
        </p:nvSpPr>
        <p:spPr>
          <a:xfrm>
            <a:off x="1107425" y="965041"/>
            <a:ext cx="4975200" cy="10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Classifique</a:t>
            </a:r>
            <a:r>
              <a:rPr lang="en-US" sz="18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identificando</a:t>
            </a:r>
            <a:r>
              <a:rPr lang="en-US" sz="18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aqueles</a:t>
            </a:r>
            <a:r>
              <a:rPr lang="en-US" sz="18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que </a:t>
            </a:r>
            <a:r>
              <a:rPr lang="en-US" sz="18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têm</a:t>
            </a:r>
            <a:r>
              <a:rPr lang="en-US" sz="18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endParaRPr sz="18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1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1400"/>
              <a:buFont typeface="Trebuchet MS"/>
              <a:buChar char="●"/>
            </a:pPr>
            <a:r>
              <a:rPr lang="en-US" sz="18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Conhecimento</a:t>
            </a:r>
            <a:r>
              <a:rPr lang="en-US" sz="18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ou</a:t>
            </a:r>
            <a:br>
              <a:rPr lang="en-US" sz="18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8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informações</a:t>
            </a:r>
            <a:r>
              <a:rPr lang="en-US" sz="18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relevantes</a:t>
            </a:r>
            <a:endParaRPr sz="18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1" name="Google Shape;5971;p416"/>
          <p:cNvSpPr txBox="1"/>
          <p:nvPr/>
        </p:nvSpPr>
        <p:spPr>
          <a:xfrm>
            <a:off x="4987925" y="1114425"/>
            <a:ext cx="3854100" cy="10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1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1400"/>
              <a:buFont typeface="Trebuchet MS"/>
              <a:buChar char="●"/>
            </a:pPr>
            <a:r>
              <a:rPr lang="en-US" sz="18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Interesses</a:t>
            </a:r>
            <a:endParaRPr sz="180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2" name="Google Shape;5972;p416"/>
          <p:cNvSpPr txBox="1"/>
          <p:nvPr/>
        </p:nvSpPr>
        <p:spPr>
          <a:xfrm>
            <a:off x="7356225" y="1114425"/>
            <a:ext cx="2759400" cy="10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1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1400"/>
              <a:buFont typeface="Trebuchet MS"/>
              <a:buChar char="●"/>
            </a:pPr>
            <a:r>
              <a:rPr lang="en-US" sz="18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Nenhum conhecimento</a:t>
            </a:r>
            <a:br>
              <a:rPr lang="en-US" sz="18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80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ou interesse</a:t>
            </a:r>
            <a:endParaRPr sz="180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3" name="Google Shape;5973;p416"/>
          <p:cNvSpPr/>
          <p:nvPr/>
        </p:nvSpPr>
        <p:spPr>
          <a:xfrm flipH="1">
            <a:off x="610245" y="2790752"/>
            <a:ext cx="2628600" cy="5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4" name="Google Shape;5974;p416"/>
          <p:cNvSpPr/>
          <p:nvPr/>
        </p:nvSpPr>
        <p:spPr>
          <a:xfrm flipH="1">
            <a:off x="610245" y="3800722"/>
            <a:ext cx="2628600" cy="5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5" name="Google Shape;5975;p416"/>
          <p:cNvSpPr/>
          <p:nvPr/>
        </p:nvSpPr>
        <p:spPr>
          <a:xfrm flipH="1">
            <a:off x="610245" y="4810700"/>
            <a:ext cx="2628600" cy="5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9" name="Google Shape;5979;p416"/>
          <p:cNvSpPr/>
          <p:nvPr/>
        </p:nvSpPr>
        <p:spPr>
          <a:xfrm flipH="1">
            <a:off x="9028620" y="2790752"/>
            <a:ext cx="2628600" cy="5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80" name="Google Shape;5980;p416"/>
          <p:cNvSpPr/>
          <p:nvPr/>
        </p:nvSpPr>
        <p:spPr>
          <a:xfrm flipH="1">
            <a:off x="9028620" y="3800722"/>
            <a:ext cx="2628600" cy="5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81" name="Google Shape;5981;p416"/>
          <p:cNvSpPr/>
          <p:nvPr/>
        </p:nvSpPr>
        <p:spPr>
          <a:xfrm flipH="1">
            <a:off x="9028620" y="4810700"/>
            <a:ext cx="2628600" cy="5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" name="Google Shape;5961;p415">
            <a:extLst>
              <a:ext uri="{FF2B5EF4-FFF2-40B4-BE49-F238E27FC236}">
                <a16:creationId xmlns:a16="http://schemas.microsoft.com/office/drawing/2014/main" id="{6EC79224-3484-48D9-8753-FBCFE2343B20}"/>
              </a:ext>
            </a:extLst>
          </p:cNvPr>
          <p:cNvSpPr/>
          <p:nvPr/>
        </p:nvSpPr>
        <p:spPr>
          <a:xfrm>
            <a:off x="10375172" y="211063"/>
            <a:ext cx="1175700" cy="11757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5962;p415">
            <a:extLst>
              <a:ext uri="{FF2B5EF4-FFF2-40B4-BE49-F238E27FC236}">
                <a16:creationId xmlns:a16="http://schemas.microsoft.com/office/drawing/2014/main" id="{3CA12801-51D0-42E4-BC33-8174FC8B8397}"/>
              </a:ext>
            </a:extLst>
          </p:cNvPr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10698472" y="371079"/>
            <a:ext cx="528850" cy="37424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5963;p415">
            <a:extLst>
              <a:ext uri="{FF2B5EF4-FFF2-40B4-BE49-F238E27FC236}">
                <a16:creationId xmlns:a16="http://schemas.microsoft.com/office/drawing/2014/main" id="{60E79CCD-0065-4987-AA85-0A0AF4C66CDA}"/>
              </a:ext>
            </a:extLst>
          </p:cNvPr>
          <p:cNvSpPr txBox="1"/>
          <p:nvPr/>
        </p:nvSpPr>
        <p:spPr>
          <a:xfrm>
            <a:off x="10451222" y="761003"/>
            <a:ext cx="1023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Decida em</a:t>
            </a:r>
            <a:endParaRPr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que focar</a:t>
            </a:r>
            <a:endParaRPr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" name="Gráfico 17" descr="Lápis com preenchimento sólido">
            <a:extLst>
              <a:ext uri="{FF2B5EF4-FFF2-40B4-BE49-F238E27FC236}">
                <a16:creationId xmlns:a16="http://schemas.microsoft.com/office/drawing/2014/main" id="{F770F4BD-7F49-4DC3-903C-D38B1DD80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3372" y="1012643"/>
            <a:ext cx="914400" cy="914400"/>
          </a:xfrm>
          <a:prstGeom prst="rect">
            <a:avLst/>
          </a:prstGeom>
        </p:spPr>
      </p:pic>
      <p:pic>
        <p:nvPicPr>
          <p:cNvPr id="11" name="Gráfico 10" descr="Rosto com estrelas com preenchimento sólido com preenchimento sólido">
            <a:extLst>
              <a:ext uri="{FF2B5EF4-FFF2-40B4-BE49-F238E27FC236}">
                <a16:creationId xmlns:a16="http://schemas.microsoft.com/office/drawing/2014/main" id="{224BCB24-CB03-4136-9ACE-DC34AB8769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947" y="1386763"/>
            <a:ext cx="743597" cy="743597"/>
          </a:xfrm>
          <a:prstGeom prst="rect">
            <a:avLst/>
          </a:prstGeom>
        </p:spPr>
      </p:pic>
      <p:pic>
        <p:nvPicPr>
          <p:cNvPr id="13" name="Gráfico 12" descr="Rosto confuso com preenchimento sólido com preenchimento sólido">
            <a:extLst>
              <a:ext uri="{FF2B5EF4-FFF2-40B4-BE49-F238E27FC236}">
                <a16:creationId xmlns:a16="http://schemas.microsoft.com/office/drawing/2014/main" id="{9560B57C-7107-49F5-B148-93872D6FBB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0825" y="1487341"/>
            <a:ext cx="743597" cy="743597"/>
          </a:xfrm>
          <a:prstGeom prst="rect">
            <a:avLst/>
          </a:prstGeom>
        </p:spPr>
      </p:pic>
      <p:pic>
        <p:nvPicPr>
          <p:cNvPr id="19" name="Gráfico 18" descr="Rosto apaixonado com preenchimento sólido com preenchimento sólido">
            <a:extLst>
              <a:ext uri="{FF2B5EF4-FFF2-40B4-BE49-F238E27FC236}">
                <a16:creationId xmlns:a16="http://schemas.microsoft.com/office/drawing/2014/main" id="{6D83B9B2-F868-4476-897A-771B0078BF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67150" y="1458195"/>
            <a:ext cx="743597" cy="743597"/>
          </a:xfrm>
          <a:prstGeom prst="rect">
            <a:avLst/>
          </a:prstGeom>
        </p:spPr>
      </p:pic>
      <p:pic>
        <p:nvPicPr>
          <p:cNvPr id="33" name="Gráfico 32" descr="Rosto com estrelas com preenchimento sólido com preenchimento sólido">
            <a:extLst>
              <a:ext uri="{FF2B5EF4-FFF2-40B4-BE49-F238E27FC236}">
                <a16:creationId xmlns:a16="http://schemas.microsoft.com/office/drawing/2014/main" id="{823B6871-6F41-4563-A8CA-9559BFE4B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495" y="1390301"/>
            <a:ext cx="743597" cy="743597"/>
          </a:xfrm>
          <a:prstGeom prst="rect">
            <a:avLst/>
          </a:prstGeom>
        </p:spPr>
      </p:pic>
      <p:pic>
        <p:nvPicPr>
          <p:cNvPr id="34" name="Gráfico 33" descr="Rosto confuso com preenchimento sólido com preenchimento sólido">
            <a:extLst>
              <a:ext uri="{FF2B5EF4-FFF2-40B4-BE49-F238E27FC236}">
                <a16:creationId xmlns:a16="http://schemas.microsoft.com/office/drawing/2014/main" id="{5182CBC7-0AD5-49BA-9DF7-4627E54326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4373" y="1490879"/>
            <a:ext cx="743597" cy="743597"/>
          </a:xfrm>
          <a:prstGeom prst="rect">
            <a:avLst/>
          </a:prstGeom>
        </p:spPr>
      </p:pic>
      <p:pic>
        <p:nvPicPr>
          <p:cNvPr id="35" name="Gráfico 34" descr="Rosto apaixonado com preenchimento sólido com preenchimento sólido">
            <a:extLst>
              <a:ext uri="{FF2B5EF4-FFF2-40B4-BE49-F238E27FC236}">
                <a16:creationId xmlns:a16="http://schemas.microsoft.com/office/drawing/2014/main" id="{87BEB168-5CB0-45FE-BE56-EC713AEAAE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70698" y="1461733"/>
            <a:ext cx="743597" cy="743597"/>
          </a:xfrm>
          <a:prstGeom prst="rect">
            <a:avLst/>
          </a:prstGeom>
        </p:spPr>
      </p:pic>
      <p:pic>
        <p:nvPicPr>
          <p:cNvPr id="36" name="Gráfico 35" descr="Rosto com estrelas com preenchimento sólido com preenchimento sólido">
            <a:extLst>
              <a:ext uri="{FF2B5EF4-FFF2-40B4-BE49-F238E27FC236}">
                <a16:creationId xmlns:a16="http://schemas.microsoft.com/office/drawing/2014/main" id="{905BA32A-7E82-4C11-9A79-9BBBD3439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043" y="1383206"/>
            <a:ext cx="743597" cy="743597"/>
          </a:xfrm>
          <a:prstGeom prst="rect">
            <a:avLst/>
          </a:prstGeom>
        </p:spPr>
      </p:pic>
      <p:pic>
        <p:nvPicPr>
          <p:cNvPr id="37" name="Gráfico 36" descr="Rosto confuso com preenchimento sólido com preenchimento sólido">
            <a:extLst>
              <a:ext uri="{FF2B5EF4-FFF2-40B4-BE49-F238E27FC236}">
                <a16:creationId xmlns:a16="http://schemas.microsoft.com/office/drawing/2014/main" id="{CC8B8284-61B4-4A5E-ABD3-6AF5C6B361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7921" y="1483784"/>
            <a:ext cx="743597" cy="743597"/>
          </a:xfrm>
          <a:prstGeom prst="rect">
            <a:avLst/>
          </a:prstGeom>
        </p:spPr>
      </p:pic>
      <p:pic>
        <p:nvPicPr>
          <p:cNvPr id="38" name="Gráfico 37" descr="Rosto apaixonado com preenchimento sólido com preenchimento sólido">
            <a:extLst>
              <a:ext uri="{FF2B5EF4-FFF2-40B4-BE49-F238E27FC236}">
                <a16:creationId xmlns:a16="http://schemas.microsoft.com/office/drawing/2014/main" id="{ED80D307-D9FD-49ED-A978-2DDF32C256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74246" y="1454638"/>
            <a:ext cx="743597" cy="743597"/>
          </a:xfrm>
          <a:prstGeom prst="rect">
            <a:avLst/>
          </a:prstGeom>
        </p:spPr>
      </p:pic>
      <p:pic>
        <p:nvPicPr>
          <p:cNvPr id="39" name="Gráfico 38" descr="Rosto com estrelas com preenchimento sólido com preenchimento sólido">
            <a:extLst>
              <a:ext uri="{FF2B5EF4-FFF2-40B4-BE49-F238E27FC236}">
                <a16:creationId xmlns:a16="http://schemas.microsoft.com/office/drawing/2014/main" id="{90661DAC-A4CE-4B77-938F-751A75138B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591" y="1386744"/>
            <a:ext cx="743597" cy="743597"/>
          </a:xfrm>
          <a:prstGeom prst="rect">
            <a:avLst/>
          </a:prstGeom>
        </p:spPr>
      </p:pic>
      <p:pic>
        <p:nvPicPr>
          <p:cNvPr id="40" name="Gráfico 39" descr="Rosto confuso com preenchimento sólido com preenchimento sólido">
            <a:extLst>
              <a:ext uri="{FF2B5EF4-FFF2-40B4-BE49-F238E27FC236}">
                <a16:creationId xmlns:a16="http://schemas.microsoft.com/office/drawing/2014/main" id="{091B1FEB-08C9-437C-83A1-3E899EA2F5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1469" y="1487322"/>
            <a:ext cx="743597" cy="743597"/>
          </a:xfrm>
          <a:prstGeom prst="rect">
            <a:avLst/>
          </a:prstGeom>
        </p:spPr>
      </p:pic>
      <p:pic>
        <p:nvPicPr>
          <p:cNvPr id="41" name="Gráfico 40" descr="Rosto apaixonado com preenchimento sólido com preenchimento sólido">
            <a:extLst>
              <a:ext uri="{FF2B5EF4-FFF2-40B4-BE49-F238E27FC236}">
                <a16:creationId xmlns:a16="http://schemas.microsoft.com/office/drawing/2014/main" id="{2587EFB8-79F8-4104-9907-B7206999BE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77794" y="1458176"/>
            <a:ext cx="743597" cy="743597"/>
          </a:xfrm>
          <a:prstGeom prst="rect">
            <a:avLst/>
          </a:prstGeom>
        </p:spPr>
      </p:pic>
      <p:pic>
        <p:nvPicPr>
          <p:cNvPr id="42" name="Gráfico 41" descr="Rosto com estrelas com preenchimento sólido com preenchimento sólido">
            <a:extLst>
              <a:ext uri="{FF2B5EF4-FFF2-40B4-BE49-F238E27FC236}">
                <a16:creationId xmlns:a16="http://schemas.microsoft.com/office/drawing/2014/main" id="{08C900C5-D130-4354-956F-C1C8FC3CE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139" y="1390282"/>
            <a:ext cx="743597" cy="743597"/>
          </a:xfrm>
          <a:prstGeom prst="rect">
            <a:avLst/>
          </a:prstGeom>
        </p:spPr>
      </p:pic>
      <p:pic>
        <p:nvPicPr>
          <p:cNvPr id="43" name="Gráfico 42" descr="Rosto confuso com preenchimento sólido com preenchimento sólido">
            <a:extLst>
              <a:ext uri="{FF2B5EF4-FFF2-40B4-BE49-F238E27FC236}">
                <a16:creationId xmlns:a16="http://schemas.microsoft.com/office/drawing/2014/main" id="{C77258A3-3C21-48A3-9A6F-624BC5B071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5017" y="1490860"/>
            <a:ext cx="743597" cy="743597"/>
          </a:xfrm>
          <a:prstGeom prst="rect">
            <a:avLst/>
          </a:prstGeom>
        </p:spPr>
      </p:pic>
      <p:pic>
        <p:nvPicPr>
          <p:cNvPr id="44" name="Gráfico 43" descr="Rosto apaixonado com preenchimento sólido com preenchimento sólido">
            <a:extLst>
              <a:ext uri="{FF2B5EF4-FFF2-40B4-BE49-F238E27FC236}">
                <a16:creationId xmlns:a16="http://schemas.microsoft.com/office/drawing/2014/main" id="{064D2B54-31D0-4DD9-ABB9-950672A5A3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81342" y="1461714"/>
            <a:ext cx="743597" cy="743597"/>
          </a:xfrm>
          <a:prstGeom prst="rect">
            <a:avLst/>
          </a:prstGeom>
        </p:spPr>
      </p:pic>
      <p:pic>
        <p:nvPicPr>
          <p:cNvPr id="45" name="Gráfico 44" descr="Rosto com estrelas com preenchimento sólido com preenchimento sólido">
            <a:extLst>
              <a:ext uri="{FF2B5EF4-FFF2-40B4-BE49-F238E27FC236}">
                <a16:creationId xmlns:a16="http://schemas.microsoft.com/office/drawing/2014/main" id="{512C015C-717A-4384-8C67-A2AF67A73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2687" y="1383187"/>
            <a:ext cx="743597" cy="743597"/>
          </a:xfrm>
          <a:prstGeom prst="rect">
            <a:avLst/>
          </a:prstGeom>
        </p:spPr>
      </p:pic>
      <p:pic>
        <p:nvPicPr>
          <p:cNvPr id="46" name="Gráfico 45" descr="Rosto confuso com preenchimento sólido com preenchimento sólido">
            <a:extLst>
              <a:ext uri="{FF2B5EF4-FFF2-40B4-BE49-F238E27FC236}">
                <a16:creationId xmlns:a16="http://schemas.microsoft.com/office/drawing/2014/main" id="{81DC4FDD-E741-4F12-9A8F-4480B44750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8565" y="1483765"/>
            <a:ext cx="743597" cy="743597"/>
          </a:xfrm>
          <a:prstGeom prst="rect">
            <a:avLst/>
          </a:prstGeom>
        </p:spPr>
      </p:pic>
      <p:pic>
        <p:nvPicPr>
          <p:cNvPr id="47" name="Gráfico 46" descr="Rosto apaixonado com preenchimento sólido com preenchimento sólido">
            <a:extLst>
              <a:ext uri="{FF2B5EF4-FFF2-40B4-BE49-F238E27FC236}">
                <a16:creationId xmlns:a16="http://schemas.microsoft.com/office/drawing/2014/main" id="{4E7619E4-D9FC-4542-A66C-5DB49D2670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84890" y="1454619"/>
            <a:ext cx="743597" cy="743597"/>
          </a:xfrm>
          <a:prstGeom prst="rect">
            <a:avLst/>
          </a:prstGeom>
        </p:spPr>
      </p:pic>
      <p:pic>
        <p:nvPicPr>
          <p:cNvPr id="48" name="Gráfico 47" descr="Rosto com estrelas com preenchimento sólido com preenchimento sólido">
            <a:extLst>
              <a:ext uri="{FF2B5EF4-FFF2-40B4-BE49-F238E27FC236}">
                <a16:creationId xmlns:a16="http://schemas.microsoft.com/office/drawing/2014/main" id="{A7701795-1631-4CED-BF07-4C79CF952A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969" y="1386725"/>
            <a:ext cx="743597" cy="743597"/>
          </a:xfrm>
          <a:prstGeom prst="rect">
            <a:avLst/>
          </a:prstGeom>
        </p:spPr>
      </p:pic>
      <p:pic>
        <p:nvPicPr>
          <p:cNvPr id="49" name="Gráfico 48" descr="Rosto confuso com preenchimento sólido com preenchimento sólido">
            <a:extLst>
              <a:ext uri="{FF2B5EF4-FFF2-40B4-BE49-F238E27FC236}">
                <a16:creationId xmlns:a16="http://schemas.microsoft.com/office/drawing/2014/main" id="{EBAC733B-019A-4EA6-9A8A-9986F9073D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0847" y="1487303"/>
            <a:ext cx="743597" cy="743597"/>
          </a:xfrm>
          <a:prstGeom prst="rect">
            <a:avLst/>
          </a:prstGeom>
        </p:spPr>
      </p:pic>
      <p:pic>
        <p:nvPicPr>
          <p:cNvPr id="50" name="Gráfico 49" descr="Rosto apaixonado com preenchimento sólido com preenchimento sólido">
            <a:extLst>
              <a:ext uri="{FF2B5EF4-FFF2-40B4-BE49-F238E27FC236}">
                <a16:creationId xmlns:a16="http://schemas.microsoft.com/office/drawing/2014/main" id="{E717D532-6217-435C-8E7B-34B408AAF5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67172" y="1458157"/>
            <a:ext cx="743597" cy="743597"/>
          </a:xfrm>
          <a:prstGeom prst="rect">
            <a:avLst/>
          </a:prstGeom>
        </p:spPr>
      </p:pic>
      <p:pic>
        <p:nvPicPr>
          <p:cNvPr id="51" name="Gráfico 50" descr="Rosto com estrelas com preenchimento sólido com preenchimento sólido">
            <a:extLst>
              <a:ext uri="{FF2B5EF4-FFF2-40B4-BE49-F238E27FC236}">
                <a16:creationId xmlns:a16="http://schemas.microsoft.com/office/drawing/2014/main" id="{115272C1-91D4-42A0-92E6-AB54A8699F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150" y="1379630"/>
            <a:ext cx="743597" cy="743597"/>
          </a:xfrm>
          <a:prstGeom prst="rect">
            <a:avLst/>
          </a:prstGeom>
        </p:spPr>
      </p:pic>
      <p:pic>
        <p:nvPicPr>
          <p:cNvPr id="52" name="Gráfico 51" descr="Rosto confuso com preenchimento sólido com preenchimento sólido">
            <a:extLst>
              <a:ext uri="{FF2B5EF4-FFF2-40B4-BE49-F238E27FC236}">
                <a16:creationId xmlns:a16="http://schemas.microsoft.com/office/drawing/2014/main" id="{234B2AB5-3F63-4B11-914B-B872646BD2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4395" y="1480208"/>
            <a:ext cx="743597" cy="743597"/>
          </a:xfrm>
          <a:prstGeom prst="rect">
            <a:avLst/>
          </a:prstGeom>
        </p:spPr>
      </p:pic>
      <p:pic>
        <p:nvPicPr>
          <p:cNvPr id="53" name="Gráfico 52" descr="Rosto apaixonado com preenchimento sólido com preenchimento sólido">
            <a:extLst>
              <a:ext uri="{FF2B5EF4-FFF2-40B4-BE49-F238E27FC236}">
                <a16:creationId xmlns:a16="http://schemas.microsoft.com/office/drawing/2014/main" id="{7F492217-588A-4D82-AA57-987E76F1B4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88427" y="1448365"/>
            <a:ext cx="743597" cy="743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7" name="Google Shape;5987;p4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0975" y="945750"/>
            <a:ext cx="5047500" cy="5059839"/>
          </a:xfrm>
          <a:prstGeom prst="rect">
            <a:avLst/>
          </a:prstGeom>
          <a:noFill/>
          <a:ln>
            <a:noFill/>
          </a:ln>
        </p:spPr>
      </p:pic>
      <p:sp>
        <p:nvSpPr>
          <p:cNvPr id="5988" name="Google Shape;5988;p417"/>
          <p:cNvSpPr txBox="1"/>
          <p:nvPr/>
        </p:nvSpPr>
        <p:spPr>
          <a:xfrm>
            <a:off x="895350" y="415925"/>
            <a:ext cx="4587900" cy="11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Etapa 2</a:t>
            </a:r>
            <a:endParaRPr sz="3300" b="1">
              <a:solidFill>
                <a:srgbClr val="003DA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Gerar Opções Criativas</a:t>
            </a:r>
            <a:endParaRPr sz="240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89" name="Google Shape;5989;p417"/>
          <p:cNvSpPr txBox="1"/>
          <p:nvPr/>
        </p:nvSpPr>
        <p:spPr>
          <a:xfrm>
            <a:off x="7372491" y="1804780"/>
            <a:ext cx="16488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Decida em </a:t>
            </a:r>
            <a:endParaRPr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que focar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90" name="Google Shape;5990;p417"/>
          <p:cNvSpPr txBox="1"/>
          <p:nvPr/>
        </p:nvSpPr>
        <p:spPr>
          <a:xfrm>
            <a:off x="9136437" y="3534347"/>
            <a:ext cx="1551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Gere opções </a:t>
            </a:r>
            <a:endParaRPr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criativas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91" name="Google Shape;5991;p417"/>
          <p:cNvSpPr txBox="1"/>
          <p:nvPr/>
        </p:nvSpPr>
        <p:spPr>
          <a:xfrm>
            <a:off x="5601997" y="3545443"/>
            <a:ext cx="16488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Implemente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e repita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92" name="Google Shape;5992;p417"/>
          <p:cNvSpPr txBox="1"/>
          <p:nvPr/>
        </p:nvSpPr>
        <p:spPr>
          <a:xfrm>
            <a:off x="7240943" y="5128665"/>
            <a:ext cx="18084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Priorize e </a:t>
            </a:r>
            <a:endParaRPr sz="15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selecione a </a:t>
            </a:r>
            <a:endParaRPr sz="15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endParaRPr sz="1500" b="1" i="0" u="none" strike="noStrike" cap="none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93" name="Google Shape;5993;p417"/>
          <p:cNvSpPr/>
          <p:nvPr/>
        </p:nvSpPr>
        <p:spPr>
          <a:xfrm>
            <a:off x="7473786" y="2777115"/>
            <a:ext cx="1401900" cy="14019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4" name="Google Shape;5994;p417"/>
          <p:cNvSpPr txBox="1"/>
          <p:nvPr/>
        </p:nvSpPr>
        <p:spPr>
          <a:xfrm>
            <a:off x="7328736" y="3118725"/>
            <a:ext cx="16920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RESOLUÇÃO </a:t>
            </a:r>
            <a:endParaRPr sz="1550" b="1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DE</a:t>
            </a:r>
            <a:endParaRPr sz="1550" b="1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PROBLEMAS</a:t>
            </a:r>
            <a:endParaRPr sz="1550" b="1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95" name="Google Shape;5995;p417"/>
          <p:cNvPicPr preferRelativeResize="0"/>
          <p:nvPr/>
        </p:nvPicPr>
        <p:blipFill rotWithShape="1">
          <a:blip r:embed="rId4">
            <a:alphaModFix/>
          </a:blip>
          <a:srcRect l="29181" r="56982"/>
          <a:stretch/>
        </p:blipFill>
        <p:spPr>
          <a:xfrm>
            <a:off x="9683362" y="2872366"/>
            <a:ext cx="540149" cy="6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6" name="Google Shape;5996;p4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6299" y="2909463"/>
            <a:ext cx="540150" cy="544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7" name="Google Shape;5997;p417"/>
          <p:cNvPicPr preferRelativeResize="0"/>
          <p:nvPr/>
        </p:nvPicPr>
        <p:blipFill rotWithShape="1">
          <a:blip r:embed="rId6">
            <a:alphaModFix/>
          </a:blip>
          <a:srcRect l="60986" r="20025"/>
          <a:stretch/>
        </p:blipFill>
        <p:spPr>
          <a:xfrm>
            <a:off x="7866215" y="4593579"/>
            <a:ext cx="661369" cy="6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8" name="Google Shape;5998;p4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6186" y="1211190"/>
            <a:ext cx="661375" cy="468051"/>
          </a:xfrm>
          <a:prstGeom prst="rect">
            <a:avLst/>
          </a:prstGeom>
          <a:noFill/>
          <a:ln>
            <a:noFill/>
          </a:ln>
        </p:spPr>
      </p:pic>
      <p:sp>
        <p:nvSpPr>
          <p:cNvPr id="5999" name="Google Shape;5999;p417"/>
          <p:cNvSpPr txBox="1"/>
          <p:nvPr/>
        </p:nvSpPr>
        <p:spPr>
          <a:xfrm>
            <a:off x="1006625" y="1985850"/>
            <a:ext cx="3908400" cy="28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Faça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brainstorming para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identificar</a:t>
            </a: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novas</a:t>
            </a: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opções</a:t>
            </a:r>
            <a:b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de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4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Tenha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coragem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de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gerar</a:t>
            </a: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e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propor</a:t>
            </a: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opções</a:t>
            </a: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criativas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sz="24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r>
              <a:rPr lang="en-US" sz="24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Refine as </a:t>
            </a:r>
            <a:r>
              <a:rPr lang="en-US" sz="24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ideias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para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otimizar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</a:t>
            </a:r>
            <a:r>
              <a:rPr lang="en-US" sz="24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4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9" name="Google Shape;6059;p421"/>
          <p:cNvSpPr txBox="1"/>
          <p:nvPr/>
        </p:nvSpPr>
        <p:spPr>
          <a:xfrm>
            <a:off x="895350" y="415925"/>
            <a:ext cx="66405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Refina as Ideias</a:t>
            </a:r>
            <a:endParaRPr sz="33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Mapa Mental das Ideias</a:t>
            </a:r>
            <a:endParaRPr sz="3300" b="1">
              <a:solidFill>
                <a:srgbClr val="003DA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63" name="Google Shape;6063;p421"/>
          <p:cNvSpPr/>
          <p:nvPr/>
        </p:nvSpPr>
        <p:spPr>
          <a:xfrm flipH="1">
            <a:off x="5595193" y="1850275"/>
            <a:ext cx="6102757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69" name="Google Shape;6069;p421"/>
          <p:cNvSpPr/>
          <p:nvPr/>
        </p:nvSpPr>
        <p:spPr>
          <a:xfrm flipH="1">
            <a:off x="2893945" y="2417719"/>
            <a:ext cx="20670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 dirty="0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70" name="Google Shape;6070;p421"/>
          <p:cNvSpPr/>
          <p:nvPr/>
        </p:nvSpPr>
        <p:spPr>
          <a:xfrm flipH="1">
            <a:off x="2893945" y="4587594"/>
            <a:ext cx="20670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Google Shape;6063;p421">
            <a:extLst>
              <a:ext uri="{FF2B5EF4-FFF2-40B4-BE49-F238E27FC236}">
                <a16:creationId xmlns:a16="http://schemas.microsoft.com/office/drawing/2014/main" id="{7DB52DDB-3442-41C8-B276-74C1687D9EF7}"/>
              </a:ext>
            </a:extLst>
          </p:cNvPr>
          <p:cNvSpPr/>
          <p:nvPr/>
        </p:nvSpPr>
        <p:spPr>
          <a:xfrm flipH="1">
            <a:off x="5595193" y="2581948"/>
            <a:ext cx="6102757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" name="Google Shape;6063;p421">
            <a:extLst>
              <a:ext uri="{FF2B5EF4-FFF2-40B4-BE49-F238E27FC236}">
                <a16:creationId xmlns:a16="http://schemas.microsoft.com/office/drawing/2014/main" id="{A991C0A6-FE4F-4F42-AD6F-C37144D34E8D}"/>
              </a:ext>
            </a:extLst>
          </p:cNvPr>
          <p:cNvSpPr/>
          <p:nvPr/>
        </p:nvSpPr>
        <p:spPr>
          <a:xfrm flipH="1">
            <a:off x="5595193" y="3313621"/>
            <a:ext cx="6102757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" name="Google Shape;6063;p421">
            <a:extLst>
              <a:ext uri="{FF2B5EF4-FFF2-40B4-BE49-F238E27FC236}">
                <a16:creationId xmlns:a16="http://schemas.microsoft.com/office/drawing/2014/main" id="{A56063C6-02CA-45B1-A1C9-EC39546AC371}"/>
              </a:ext>
            </a:extLst>
          </p:cNvPr>
          <p:cNvSpPr/>
          <p:nvPr/>
        </p:nvSpPr>
        <p:spPr>
          <a:xfrm flipH="1">
            <a:off x="5595193" y="4045294"/>
            <a:ext cx="6102757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" name="Google Shape;6063;p421">
            <a:extLst>
              <a:ext uri="{FF2B5EF4-FFF2-40B4-BE49-F238E27FC236}">
                <a16:creationId xmlns:a16="http://schemas.microsoft.com/office/drawing/2014/main" id="{AFA0215E-DBF8-446A-B1CC-ADCC446D3367}"/>
              </a:ext>
            </a:extLst>
          </p:cNvPr>
          <p:cNvSpPr/>
          <p:nvPr/>
        </p:nvSpPr>
        <p:spPr>
          <a:xfrm flipH="1">
            <a:off x="5595193" y="4776967"/>
            <a:ext cx="6102757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" name="Google Shape;6063;p421">
            <a:extLst>
              <a:ext uri="{FF2B5EF4-FFF2-40B4-BE49-F238E27FC236}">
                <a16:creationId xmlns:a16="http://schemas.microsoft.com/office/drawing/2014/main" id="{FEA8C14C-DAEC-45CE-AF8A-0364DEF5DB3C}"/>
              </a:ext>
            </a:extLst>
          </p:cNvPr>
          <p:cNvSpPr/>
          <p:nvPr/>
        </p:nvSpPr>
        <p:spPr>
          <a:xfrm flipH="1">
            <a:off x="5595193" y="5468884"/>
            <a:ext cx="6102757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" name="Google Shape;6016;p418">
            <a:extLst>
              <a:ext uri="{FF2B5EF4-FFF2-40B4-BE49-F238E27FC236}">
                <a16:creationId xmlns:a16="http://schemas.microsoft.com/office/drawing/2014/main" id="{844599F6-1611-4F22-88EE-55A5B37B80D7}"/>
              </a:ext>
            </a:extLst>
          </p:cNvPr>
          <p:cNvSpPr/>
          <p:nvPr/>
        </p:nvSpPr>
        <p:spPr>
          <a:xfrm>
            <a:off x="10315692" y="415925"/>
            <a:ext cx="1175700" cy="11757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017;p418">
            <a:extLst>
              <a:ext uri="{FF2B5EF4-FFF2-40B4-BE49-F238E27FC236}">
                <a16:creationId xmlns:a16="http://schemas.microsoft.com/office/drawing/2014/main" id="{1160DE19-4941-4F48-AEB3-59C17E00DA24}"/>
              </a:ext>
            </a:extLst>
          </p:cNvPr>
          <p:cNvSpPr txBox="1"/>
          <p:nvPr/>
        </p:nvSpPr>
        <p:spPr>
          <a:xfrm>
            <a:off x="10029364" y="969214"/>
            <a:ext cx="17481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Gere opções </a:t>
            </a:r>
            <a:endParaRPr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criativas</a:t>
            </a:r>
            <a:endParaRPr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" name="Google Shape;6018;p418">
            <a:extLst>
              <a:ext uri="{FF2B5EF4-FFF2-40B4-BE49-F238E27FC236}">
                <a16:creationId xmlns:a16="http://schemas.microsoft.com/office/drawing/2014/main" id="{20FDF750-4E22-49E4-A41A-CFF881EC4A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6544" r="36023"/>
          <a:stretch/>
        </p:blipFill>
        <p:spPr>
          <a:xfrm>
            <a:off x="10575192" y="503350"/>
            <a:ext cx="656700" cy="4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ráfico 21" descr="Lápis com preenchimento sólido">
            <a:extLst>
              <a:ext uri="{FF2B5EF4-FFF2-40B4-BE49-F238E27FC236}">
                <a16:creationId xmlns:a16="http://schemas.microsoft.com/office/drawing/2014/main" id="{B984B3D8-6314-4FE8-BCD1-7EA71EC0F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3372" y="101264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6" name="Google Shape;6076;p4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0975" y="948163"/>
            <a:ext cx="5047500" cy="5059829"/>
          </a:xfrm>
          <a:prstGeom prst="rect">
            <a:avLst/>
          </a:prstGeom>
          <a:noFill/>
          <a:ln>
            <a:noFill/>
          </a:ln>
        </p:spPr>
      </p:pic>
      <p:sp>
        <p:nvSpPr>
          <p:cNvPr id="6077" name="Google Shape;6077;p422"/>
          <p:cNvSpPr txBox="1"/>
          <p:nvPr/>
        </p:nvSpPr>
        <p:spPr>
          <a:xfrm>
            <a:off x="895350" y="415925"/>
            <a:ext cx="5260800" cy="11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Etapa 3</a:t>
            </a:r>
            <a:endParaRPr sz="3300" b="1">
              <a:solidFill>
                <a:srgbClr val="003DA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Priorizar e Selecionar a Solução</a:t>
            </a:r>
            <a:endParaRPr sz="240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78" name="Google Shape;6078;p422"/>
          <p:cNvSpPr txBox="1"/>
          <p:nvPr/>
        </p:nvSpPr>
        <p:spPr>
          <a:xfrm>
            <a:off x="7372491" y="1804780"/>
            <a:ext cx="16488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Decida em 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 focar</a:t>
            </a:r>
            <a:endParaRPr sz="1500" b="1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79" name="Google Shape;6079;p422"/>
          <p:cNvSpPr txBox="1"/>
          <p:nvPr/>
        </p:nvSpPr>
        <p:spPr>
          <a:xfrm>
            <a:off x="9136437" y="3534347"/>
            <a:ext cx="1551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Gere opções 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criativas</a:t>
            </a:r>
            <a:endParaRPr sz="1500" b="1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80" name="Google Shape;6080;p422"/>
          <p:cNvSpPr txBox="1"/>
          <p:nvPr/>
        </p:nvSpPr>
        <p:spPr>
          <a:xfrm>
            <a:off x="5601997" y="3545443"/>
            <a:ext cx="16488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Implemente</a:t>
            </a:r>
            <a:endParaRPr sz="1500" b="1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 repita</a:t>
            </a:r>
            <a:endParaRPr sz="1500" b="1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81" name="Google Shape;6081;p422"/>
          <p:cNvSpPr txBox="1"/>
          <p:nvPr/>
        </p:nvSpPr>
        <p:spPr>
          <a:xfrm>
            <a:off x="7240943" y="5128665"/>
            <a:ext cx="18084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Priorize e </a:t>
            </a:r>
            <a:endParaRPr sz="1500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selecione a </a:t>
            </a:r>
            <a:endParaRPr sz="1500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endParaRPr sz="1500" b="1" i="0" u="none" strike="noStrike" cap="none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82" name="Google Shape;6082;p422"/>
          <p:cNvSpPr/>
          <p:nvPr/>
        </p:nvSpPr>
        <p:spPr>
          <a:xfrm>
            <a:off x="7473786" y="2777115"/>
            <a:ext cx="1401900" cy="14019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3" name="Google Shape;6083;p422"/>
          <p:cNvSpPr txBox="1"/>
          <p:nvPr/>
        </p:nvSpPr>
        <p:spPr>
          <a:xfrm>
            <a:off x="7328736" y="3118725"/>
            <a:ext cx="16920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RESOLUÇÃO </a:t>
            </a:r>
            <a:endParaRPr sz="15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DE</a:t>
            </a:r>
            <a:endParaRPr sz="15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0D5B"/>
              </a:buClr>
              <a:buSzPts val="1600"/>
              <a:buFont typeface="Arial"/>
              <a:buNone/>
            </a:pPr>
            <a:r>
              <a:rPr lang="en-US" sz="15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PROBLEMAS</a:t>
            </a:r>
            <a:endParaRPr sz="15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084" name="Google Shape;6084;p422"/>
          <p:cNvPicPr preferRelativeResize="0"/>
          <p:nvPr/>
        </p:nvPicPr>
        <p:blipFill rotWithShape="1">
          <a:blip r:embed="rId4">
            <a:alphaModFix/>
          </a:blip>
          <a:srcRect l="29181" r="56982"/>
          <a:stretch/>
        </p:blipFill>
        <p:spPr>
          <a:xfrm>
            <a:off x="9683362" y="2872366"/>
            <a:ext cx="540149" cy="6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5" name="Google Shape;6085;p4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6299" y="2909463"/>
            <a:ext cx="540150" cy="544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6" name="Google Shape;6086;p422"/>
          <p:cNvPicPr preferRelativeResize="0"/>
          <p:nvPr/>
        </p:nvPicPr>
        <p:blipFill rotWithShape="1">
          <a:blip r:embed="rId6">
            <a:alphaModFix/>
          </a:blip>
          <a:srcRect l="60986" r="20025"/>
          <a:stretch/>
        </p:blipFill>
        <p:spPr>
          <a:xfrm>
            <a:off x="7866215" y="4593579"/>
            <a:ext cx="661369" cy="6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7" name="Google Shape;6087;p4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6186" y="1211190"/>
            <a:ext cx="661375" cy="468051"/>
          </a:xfrm>
          <a:prstGeom prst="rect">
            <a:avLst/>
          </a:prstGeom>
          <a:noFill/>
          <a:ln>
            <a:noFill/>
          </a:ln>
        </p:spPr>
      </p:pic>
      <p:sp>
        <p:nvSpPr>
          <p:cNvPr id="6088" name="Google Shape;6088;p422"/>
          <p:cNvSpPr txBox="1"/>
          <p:nvPr/>
        </p:nvSpPr>
        <p:spPr>
          <a:xfrm>
            <a:off x="1006625" y="1985850"/>
            <a:ext cx="4155900" cy="28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r>
              <a:rPr lang="en-US" sz="21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Selecione</a:t>
            </a:r>
            <a:r>
              <a:rPr lang="en-US" sz="21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a </a:t>
            </a:r>
            <a:r>
              <a:rPr lang="en-US" sz="21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melhor</a:t>
            </a:r>
            <a:r>
              <a:rPr lang="en-US" sz="21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1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a 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partir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das 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Ideias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Úteis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do 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Mapa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Mental 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construído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na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Etapa 2. </a:t>
            </a:r>
            <a:endParaRPr sz="21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r>
              <a:rPr lang="en-US" sz="21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Avalie</a:t>
            </a:r>
            <a:r>
              <a:rPr lang="en-US" sz="21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o </a:t>
            </a:r>
            <a:r>
              <a:rPr lang="en-US" sz="21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risco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da 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sz="21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9A4ED"/>
              </a:buClr>
              <a:buSzPts val="2500"/>
              <a:buFont typeface="Trebuchet MS"/>
              <a:buAutoNum type="arabicPeriod"/>
            </a:pPr>
            <a:r>
              <a:rPr lang="en-US" sz="2100" b="1" dirty="0" err="1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Estabeleça</a:t>
            </a:r>
            <a:r>
              <a:rPr lang="en-US" sz="21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 KBIs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(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indicadores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de 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comportamento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) e </a:t>
            </a:r>
            <a:r>
              <a:rPr lang="en-US" sz="2100" b="1" dirty="0">
                <a:solidFill>
                  <a:srgbClr val="79A4ED"/>
                </a:solidFill>
                <a:latin typeface="Trebuchet MS"/>
                <a:ea typeface="Trebuchet MS"/>
                <a:cs typeface="Trebuchet MS"/>
                <a:sym typeface="Trebuchet MS"/>
              </a:rPr>
              <a:t>KPIs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(</a:t>
            </a:r>
            <a:r>
              <a:rPr lang="en-US" sz="2100" dirty="0" err="1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indicadores</a:t>
            </a:r>
            <a:r>
              <a:rPr lang="en-US" sz="2100" dirty="0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rPr>
              <a:t> de performance).</a:t>
            </a:r>
            <a:endParaRPr sz="2100" dirty="0"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0" name="Google Shape;6130;p425"/>
          <p:cNvSpPr txBox="1"/>
          <p:nvPr/>
        </p:nvSpPr>
        <p:spPr>
          <a:xfrm>
            <a:off x="895350" y="415925"/>
            <a:ext cx="7648500" cy="11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03DA5"/>
                </a:solidFill>
                <a:latin typeface="Trebuchet MS"/>
                <a:ea typeface="Trebuchet MS"/>
                <a:cs typeface="Trebuchet MS"/>
                <a:sym typeface="Trebuchet MS"/>
              </a:rPr>
              <a:t>Opção para Selecionar a Solução</a:t>
            </a:r>
            <a:endParaRPr sz="3300" b="1">
              <a:solidFill>
                <a:srgbClr val="003DA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Utilize a Matriz de Priorização </a:t>
            </a:r>
            <a:endParaRPr sz="240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1" name="Google Shape;6131;p425"/>
          <p:cNvSpPr/>
          <p:nvPr/>
        </p:nvSpPr>
        <p:spPr>
          <a:xfrm>
            <a:off x="1005766" y="2626909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2" name="Google Shape;6132;p425"/>
          <p:cNvSpPr/>
          <p:nvPr/>
        </p:nvSpPr>
        <p:spPr>
          <a:xfrm>
            <a:off x="1715716" y="2581734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4" name="Google Shape;6134;p425"/>
          <p:cNvSpPr/>
          <p:nvPr/>
        </p:nvSpPr>
        <p:spPr>
          <a:xfrm>
            <a:off x="1005766" y="3108859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5" name="Google Shape;6135;p425"/>
          <p:cNvSpPr/>
          <p:nvPr/>
        </p:nvSpPr>
        <p:spPr>
          <a:xfrm>
            <a:off x="1715716" y="3108859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7" name="Google Shape;6137;p425"/>
          <p:cNvSpPr/>
          <p:nvPr/>
        </p:nvSpPr>
        <p:spPr>
          <a:xfrm>
            <a:off x="1005766" y="3590809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8" name="Google Shape;6138;p425"/>
          <p:cNvSpPr/>
          <p:nvPr/>
        </p:nvSpPr>
        <p:spPr>
          <a:xfrm>
            <a:off x="1715716" y="3590809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0" name="Google Shape;6140;p425"/>
          <p:cNvSpPr/>
          <p:nvPr/>
        </p:nvSpPr>
        <p:spPr>
          <a:xfrm>
            <a:off x="1005766" y="4645059"/>
            <a:ext cx="379800" cy="3798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1" name="Google Shape;6141;p425"/>
          <p:cNvSpPr/>
          <p:nvPr/>
        </p:nvSpPr>
        <p:spPr>
          <a:xfrm>
            <a:off x="1715716" y="4645059"/>
            <a:ext cx="379800" cy="3798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3" name="Google Shape;6143;p425"/>
          <p:cNvSpPr/>
          <p:nvPr/>
        </p:nvSpPr>
        <p:spPr>
          <a:xfrm>
            <a:off x="1005766" y="5127009"/>
            <a:ext cx="379800" cy="3798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4" name="Google Shape;6144;p425"/>
          <p:cNvSpPr/>
          <p:nvPr/>
        </p:nvSpPr>
        <p:spPr>
          <a:xfrm>
            <a:off x="1715716" y="5127009"/>
            <a:ext cx="379800" cy="3798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6" name="Google Shape;6146;p425"/>
          <p:cNvSpPr/>
          <p:nvPr/>
        </p:nvSpPr>
        <p:spPr>
          <a:xfrm>
            <a:off x="1005766" y="5608959"/>
            <a:ext cx="379800" cy="3798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7" name="Google Shape;6147;p425"/>
          <p:cNvSpPr/>
          <p:nvPr/>
        </p:nvSpPr>
        <p:spPr>
          <a:xfrm>
            <a:off x="1715716" y="5608959"/>
            <a:ext cx="379800" cy="3798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6096;p423">
            <a:extLst>
              <a:ext uri="{FF2B5EF4-FFF2-40B4-BE49-F238E27FC236}">
                <a16:creationId xmlns:a16="http://schemas.microsoft.com/office/drawing/2014/main" id="{FA76DFB4-5EA5-434C-B3A0-4F3418EC6D8C}"/>
              </a:ext>
            </a:extLst>
          </p:cNvPr>
          <p:cNvSpPr/>
          <p:nvPr/>
        </p:nvSpPr>
        <p:spPr>
          <a:xfrm>
            <a:off x="10368700" y="625475"/>
            <a:ext cx="1175700" cy="11757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6097;p423">
            <a:extLst>
              <a:ext uri="{FF2B5EF4-FFF2-40B4-BE49-F238E27FC236}">
                <a16:creationId xmlns:a16="http://schemas.microsoft.com/office/drawing/2014/main" id="{FFDF3660-C3B3-476B-9568-8CED27AEDCE6}"/>
              </a:ext>
            </a:extLst>
          </p:cNvPr>
          <p:cNvSpPr txBox="1"/>
          <p:nvPr/>
        </p:nvSpPr>
        <p:spPr>
          <a:xfrm>
            <a:off x="10082372" y="1083514"/>
            <a:ext cx="17481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Priorize e 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selecione a 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" name="Google Shape;6098;p423">
            <a:extLst>
              <a:ext uri="{FF2B5EF4-FFF2-40B4-BE49-F238E27FC236}">
                <a16:creationId xmlns:a16="http://schemas.microsoft.com/office/drawing/2014/main" id="{2DB94501-DC23-43FA-A8FC-6C0C8C5DDC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0986" r="20025"/>
          <a:stretch/>
        </p:blipFill>
        <p:spPr>
          <a:xfrm>
            <a:off x="10653100" y="656400"/>
            <a:ext cx="548299" cy="5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áfico 2" descr="Lápis com preenchimento sólido">
            <a:extLst>
              <a:ext uri="{FF2B5EF4-FFF2-40B4-BE49-F238E27FC236}">
                <a16:creationId xmlns:a16="http://schemas.microsoft.com/office/drawing/2014/main" id="{67B70561-A735-4B68-9E84-B9A1AA110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7200" y="134397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Slide 4">
                <a:extLst>
                  <a:ext uri="{FF2B5EF4-FFF2-40B4-BE49-F238E27FC236}">
                    <a16:creationId xmlns:a16="http://schemas.microsoft.com/office/drawing/2014/main" id="{21275F17-A272-4EC9-AE67-3BA32D42B3D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0041189"/>
                  </p:ext>
                </p:extLst>
              </p:nvPr>
            </p:nvGraphicFramePr>
            <p:xfrm>
              <a:off x="7799349" y="656400"/>
              <a:ext cx="1489001" cy="837563"/>
            </p:xfrm>
            <a:graphic>
              <a:graphicData uri="http://schemas.microsoft.com/office/powerpoint/2016/slidezoom">
                <pslz:sldZm>
                  <pslz:sldZmObj sldId="352" cId="0">
                    <pslz:zmPr id="{E6475538-FC6F-4E8E-81F0-287D17B40415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89001" cy="8375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Slide 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21275F17-A272-4EC9-AE67-3BA32D42B3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99349" y="656400"/>
                <a:ext cx="1489001" cy="83756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4" name="Google Shape;6132;p425">
            <a:extLst>
              <a:ext uri="{FF2B5EF4-FFF2-40B4-BE49-F238E27FC236}">
                <a16:creationId xmlns:a16="http://schemas.microsoft.com/office/drawing/2014/main" id="{108D46BE-58DE-431E-B5FE-2E5F3D90E530}"/>
              </a:ext>
            </a:extLst>
          </p:cNvPr>
          <p:cNvSpPr/>
          <p:nvPr/>
        </p:nvSpPr>
        <p:spPr>
          <a:xfrm>
            <a:off x="1715716" y="2581734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00013" dist="3810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5" name="Google Shape;6175;p427"/>
          <p:cNvSpPr txBox="1"/>
          <p:nvPr/>
        </p:nvSpPr>
        <p:spPr>
          <a:xfrm>
            <a:off x="895350" y="415925"/>
            <a:ext cx="66405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Avaliar o Risco da Solução</a:t>
            </a:r>
            <a:endParaRPr sz="33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6176" name="Google Shape;6176;p427"/>
          <p:cNvGraphicFramePr/>
          <p:nvPr>
            <p:extLst>
              <p:ext uri="{D42A27DB-BD31-4B8C-83A1-F6EECF244321}">
                <p14:modId xmlns:p14="http://schemas.microsoft.com/office/powerpoint/2010/main" val="4169508239"/>
              </p:ext>
            </p:extLst>
          </p:nvPr>
        </p:nvGraphicFramePr>
        <p:xfrm>
          <a:off x="974664" y="1434768"/>
          <a:ext cx="10484050" cy="4618425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1410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Categoria</a:t>
                      </a:r>
                      <a:endParaRPr sz="16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0000" marR="24385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88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Tipo</a:t>
                      </a:r>
                      <a:endParaRPr sz="16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000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88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Riscos</a:t>
                      </a:r>
                      <a:endParaRPr sz="16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0000" marR="24385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88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Estratégia de Mitigação </a:t>
                      </a:r>
                      <a:endParaRPr sz="16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0000" marR="24385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888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00"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 err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Externo</a:t>
                      </a:r>
                      <a:r>
                        <a:rPr lang="en-US" sz="1500" b="1" dirty="0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</a:t>
                      </a:r>
                      <a:endParaRPr sz="1500" dirty="0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b="1" dirty="0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243850" marT="96000" marB="24385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Mercado</a:t>
                      </a:r>
                      <a:endParaRPr b="1" dirty="0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0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Concorrente</a:t>
                      </a:r>
                      <a:endParaRPr b="1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920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Regulatório</a:t>
                      </a:r>
                      <a:endParaRPr b="1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920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100" i="1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9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Marca/reputação</a:t>
                      </a:r>
                      <a:endParaRPr b="1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9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Fornecedores</a:t>
                      </a:r>
                      <a:endParaRPr b="1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90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 err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Interno</a:t>
                      </a:r>
                      <a:endParaRPr sz="1500" dirty="0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243850" marT="96000" marB="24385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Finanças </a:t>
                      </a:r>
                      <a:endParaRPr b="1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9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Pessoas</a:t>
                      </a:r>
                      <a:endParaRPr b="1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9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Tecnologia</a:t>
                      </a:r>
                      <a:endParaRPr b="1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9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Segurança</a:t>
                      </a:r>
                      <a:endParaRPr b="1">
                        <a:solidFill>
                          <a:schemeClr val="accent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243850" marR="64000" marT="96000" marB="960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91425" marR="91425" marT="45700" marB="45700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Google Shape;6096;p423">
            <a:extLst>
              <a:ext uri="{FF2B5EF4-FFF2-40B4-BE49-F238E27FC236}">
                <a16:creationId xmlns:a16="http://schemas.microsoft.com/office/drawing/2014/main" id="{54231462-418A-4BAA-9CAD-7F54CD1DE42E}"/>
              </a:ext>
            </a:extLst>
          </p:cNvPr>
          <p:cNvSpPr/>
          <p:nvPr/>
        </p:nvSpPr>
        <p:spPr>
          <a:xfrm>
            <a:off x="10368700" y="453199"/>
            <a:ext cx="1175700" cy="11757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097;p423">
            <a:extLst>
              <a:ext uri="{FF2B5EF4-FFF2-40B4-BE49-F238E27FC236}">
                <a16:creationId xmlns:a16="http://schemas.microsoft.com/office/drawing/2014/main" id="{E5203D9A-B8DE-4F94-92E6-2A77BACDE08E}"/>
              </a:ext>
            </a:extLst>
          </p:cNvPr>
          <p:cNvSpPr txBox="1"/>
          <p:nvPr/>
        </p:nvSpPr>
        <p:spPr>
          <a:xfrm>
            <a:off x="10082372" y="911238"/>
            <a:ext cx="17481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Priorize e 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selecione a 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" name="Google Shape;6098;p423">
            <a:extLst>
              <a:ext uri="{FF2B5EF4-FFF2-40B4-BE49-F238E27FC236}">
                <a16:creationId xmlns:a16="http://schemas.microsoft.com/office/drawing/2014/main" id="{503E0935-0B91-495E-B4BB-79DBAB16DC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0986" r="20025"/>
          <a:stretch/>
        </p:blipFill>
        <p:spPr>
          <a:xfrm>
            <a:off x="10653100" y="484124"/>
            <a:ext cx="548299" cy="5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áfico 10" descr="Lápis com preenchimento sólido">
            <a:extLst>
              <a:ext uri="{FF2B5EF4-FFF2-40B4-BE49-F238E27FC236}">
                <a16:creationId xmlns:a16="http://schemas.microsoft.com/office/drawing/2014/main" id="{3448FEE7-314E-40BC-9C7B-5D67113CD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3372" y="101264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97;p429">
            <a:extLst>
              <a:ext uri="{FF2B5EF4-FFF2-40B4-BE49-F238E27FC236}">
                <a16:creationId xmlns:a16="http://schemas.microsoft.com/office/drawing/2014/main" id="{45764D9B-00AF-47DF-88F3-77DA1C7B852F}"/>
              </a:ext>
            </a:extLst>
          </p:cNvPr>
          <p:cNvSpPr txBox="1"/>
          <p:nvPr/>
        </p:nvSpPr>
        <p:spPr>
          <a:xfrm>
            <a:off x="895350" y="415925"/>
            <a:ext cx="52005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Estabeleça</a:t>
            </a:r>
            <a:r>
              <a:rPr lang="en-US" sz="33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KBIs e KPIs</a:t>
            </a:r>
            <a:endParaRPr sz="3300" b="1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C97C6C5-0EFE-4E71-91F4-4620D4D7BE20}"/>
              </a:ext>
            </a:extLst>
          </p:cNvPr>
          <p:cNvSpPr/>
          <p:nvPr/>
        </p:nvSpPr>
        <p:spPr>
          <a:xfrm>
            <a:off x="1431235" y="2266122"/>
            <a:ext cx="4280452" cy="33395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1C4FA2-EECB-4A84-839D-A3CAB58EADB6}"/>
              </a:ext>
            </a:extLst>
          </p:cNvPr>
          <p:cNvSpPr/>
          <p:nvPr/>
        </p:nvSpPr>
        <p:spPr>
          <a:xfrm>
            <a:off x="6095850" y="2266122"/>
            <a:ext cx="4280453" cy="33395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9CDC24A-3AC4-4AFC-A1DA-C767C0217760}"/>
              </a:ext>
            </a:extLst>
          </p:cNvPr>
          <p:cNvSpPr/>
          <p:nvPr/>
        </p:nvSpPr>
        <p:spPr>
          <a:xfrm>
            <a:off x="1431235" y="1557132"/>
            <a:ext cx="4280452" cy="61622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KBIs</a:t>
            </a:r>
            <a:endParaRPr lang="pt-BR" sz="3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C822F23-E4CF-4181-924D-0C2EB112462B}"/>
              </a:ext>
            </a:extLst>
          </p:cNvPr>
          <p:cNvSpPr/>
          <p:nvPr/>
        </p:nvSpPr>
        <p:spPr>
          <a:xfrm>
            <a:off x="6095850" y="1557132"/>
            <a:ext cx="4280452" cy="61622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KPIs</a:t>
            </a:r>
            <a:endParaRPr lang="pt-BR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Google Shape;6096;p423">
            <a:extLst>
              <a:ext uri="{FF2B5EF4-FFF2-40B4-BE49-F238E27FC236}">
                <a16:creationId xmlns:a16="http://schemas.microsoft.com/office/drawing/2014/main" id="{92A49B9A-829D-47ED-811F-7F18CAD9D608}"/>
              </a:ext>
            </a:extLst>
          </p:cNvPr>
          <p:cNvSpPr/>
          <p:nvPr/>
        </p:nvSpPr>
        <p:spPr>
          <a:xfrm>
            <a:off x="10368700" y="453199"/>
            <a:ext cx="1175700" cy="11757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6097;p423">
            <a:extLst>
              <a:ext uri="{FF2B5EF4-FFF2-40B4-BE49-F238E27FC236}">
                <a16:creationId xmlns:a16="http://schemas.microsoft.com/office/drawing/2014/main" id="{F226B981-FED4-4903-9A81-76C8C2E42742}"/>
              </a:ext>
            </a:extLst>
          </p:cNvPr>
          <p:cNvSpPr txBox="1"/>
          <p:nvPr/>
        </p:nvSpPr>
        <p:spPr>
          <a:xfrm>
            <a:off x="10082372" y="911238"/>
            <a:ext cx="17481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Priorize e 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selecione a 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</a:t>
            </a: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" name="Google Shape;6098;p423">
            <a:extLst>
              <a:ext uri="{FF2B5EF4-FFF2-40B4-BE49-F238E27FC236}">
                <a16:creationId xmlns:a16="http://schemas.microsoft.com/office/drawing/2014/main" id="{A44A3042-2A31-4072-A82D-2BEAA6A3F2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0986" r="20025"/>
          <a:stretch/>
        </p:blipFill>
        <p:spPr>
          <a:xfrm>
            <a:off x="10653100" y="484124"/>
            <a:ext cx="548299" cy="5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áfico 9" descr="Lápis com preenchimento sólido">
            <a:extLst>
              <a:ext uri="{FF2B5EF4-FFF2-40B4-BE49-F238E27FC236}">
                <a16:creationId xmlns:a16="http://schemas.microsoft.com/office/drawing/2014/main" id="{893DFCAA-EE07-4737-B969-4DD4D1D93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3372" y="10126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3845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4" name="Google Shape;6374;p440"/>
          <p:cNvPicPr preferRelativeResize="0"/>
          <p:nvPr/>
        </p:nvPicPr>
        <p:blipFill rotWithShape="1">
          <a:blip r:embed="rId3">
            <a:alphaModFix/>
          </a:blip>
          <a:srcRect t="-37300" r="70667" b="-41942"/>
          <a:stretch/>
        </p:blipFill>
        <p:spPr>
          <a:xfrm rot="-5400000">
            <a:off x="12989" y="-70137"/>
            <a:ext cx="1097974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5" name="Google Shape;6375;p440"/>
          <p:cNvSpPr txBox="1"/>
          <p:nvPr/>
        </p:nvSpPr>
        <p:spPr>
          <a:xfrm>
            <a:off x="2243661" y="1929191"/>
            <a:ext cx="7478400" cy="27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 b="1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Vamos</a:t>
            </a:r>
            <a:r>
              <a:rPr lang="en-US" sz="40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4000" b="1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em</a:t>
            </a:r>
            <a:r>
              <a:rPr lang="en-US" sz="40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4000" b="1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frente</a:t>
            </a:r>
            <a:r>
              <a:rPr lang="en-US" sz="40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 sz="4000" b="1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 b="1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Transformar</a:t>
            </a:r>
            <a:r>
              <a:rPr lang="en-US" sz="4000" b="1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é </a:t>
            </a:r>
            <a:r>
              <a:rPr lang="en-US" sz="4000" b="1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preciso</a:t>
            </a:r>
            <a:r>
              <a:rPr lang="en-US" sz="4000" b="1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4000" b="1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1839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Body Copy Slides ">
  <a:themeElements>
    <a:clrScheme name="LHH Colours">
      <a:dk1>
        <a:srgbClr val="003DA5"/>
      </a:dk1>
      <a:lt1>
        <a:srgbClr val="FFFFFF"/>
      </a:lt1>
      <a:dk2>
        <a:srgbClr val="29E2E2"/>
      </a:dk2>
      <a:lt2>
        <a:srgbClr val="E5E5E8"/>
      </a:lt2>
      <a:accent1>
        <a:srgbClr val="65E088"/>
      </a:accent1>
      <a:accent2>
        <a:srgbClr val="FBFF43"/>
      </a:accent2>
      <a:accent3>
        <a:srgbClr val="595959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E5E5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5084</TotalTime>
  <Words>344</Words>
  <Application>Microsoft Office PowerPoint</Application>
  <PresentationFormat>Widescreen</PresentationFormat>
  <Paragraphs>121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Trebuchet MS</vt:lpstr>
      <vt:lpstr>Aharoni</vt:lpstr>
      <vt:lpstr>Arial</vt:lpstr>
      <vt:lpstr>1_Body Copy Slides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Pichau</dc:creator>
  <cp:lastModifiedBy>Simone Trewikowski</cp:lastModifiedBy>
  <cp:revision>119</cp:revision>
  <dcterms:modified xsi:type="dcterms:W3CDTF">2021-05-24T12:07:55Z</dcterms:modified>
</cp:coreProperties>
</file>