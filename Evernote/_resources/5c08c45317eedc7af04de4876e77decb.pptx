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45" d="100"/>
          <a:sy n="45" d="100"/>
        </p:scale>
        <p:origin x="-67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4095D-D51D-4A70-9832-4BAC2714CD45}" type="datetimeFigureOut">
              <a:rPr lang="pt-BR" smtClean="0"/>
              <a:t>17/01/2014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306A3-BE14-42EB-B0AF-5F8E50B785A2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4095D-D51D-4A70-9832-4BAC2714CD45}" type="datetimeFigureOut">
              <a:rPr lang="pt-BR" smtClean="0"/>
              <a:t>17/01/2014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306A3-BE14-42EB-B0AF-5F8E50B785A2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4095D-D51D-4A70-9832-4BAC2714CD45}" type="datetimeFigureOut">
              <a:rPr lang="pt-BR" smtClean="0"/>
              <a:t>17/01/2014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306A3-BE14-42EB-B0AF-5F8E50B785A2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4095D-D51D-4A70-9832-4BAC2714CD45}" type="datetimeFigureOut">
              <a:rPr lang="pt-BR" smtClean="0"/>
              <a:t>17/01/2014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306A3-BE14-42EB-B0AF-5F8E50B785A2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4095D-D51D-4A70-9832-4BAC2714CD45}" type="datetimeFigureOut">
              <a:rPr lang="pt-BR" smtClean="0"/>
              <a:t>17/01/2014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306A3-BE14-42EB-B0AF-5F8E50B785A2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4095D-D51D-4A70-9832-4BAC2714CD45}" type="datetimeFigureOut">
              <a:rPr lang="pt-BR" smtClean="0"/>
              <a:t>17/01/2014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306A3-BE14-42EB-B0AF-5F8E50B785A2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4095D-D51D-4A70-9832-4BAC2714CD45}" type="datetimeFigureOut">
              <a:rPr lang="pt-BR" smtClean="0"/>
              <a:t>17/01/2014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306A3-BE14-42EB-B0AF-5F8E50B785A2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4095D-D51D-4A70-9832-4BAC2714CD45}" type="datetimeFigureOut">
              <a:rPr lang="pt-BR" smtClean="0"/>
              <a:t>17/01/2014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306A3-BE14-42EB-B0AF-5F8E50B785A2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4095D-D51D-4A70-9832-4BAC2714CD45}" type="datetimeFigureOut">
              <a:rPr lang="pt-BR" smtClean="0"/>
              <a:t>17/01/2014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306A3-BE14-42EB-B0AF-5F8E50B785A2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4095D-D51D-4A70-9832-4BAC2714CD45}" type="datetimeFigureOut">
              <a:rPr lang="pt-BR" smtClean="0"/>
              <a:t>17/01/2014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306A3-BE14-42EB-B0AF-5F8E50B785A2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4095D-D51D-4A70-9832-4BAC2714CD45}" type="datetimeFigureOut">
              <a:rPr lang="pt-BR" smtClean="0"/>
              <a:t>17/01/2014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306A3-BE14-42EB-B0AF-5F8E50B785A2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C4095D-D51D-4A70-9832-4BAC2714CD45}" type="datetimeFigureOut">
              <a:rPr lang="pt-BR" smtClean="0"/>
              <a:t>17/01/2014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5306A3-BE14-42EB-B0AF-5F8E50B785A2}" type="slidenum">
              <a:rPr lang="pt-BR" smtClean="0"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1383002_621520921203918_65950084_n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105416" y="2132856"/>
            <a:ext cx="6075097" cy="4680520"/>
          </a:xfrm>
          <a:prstGeom prst="rect">
            <a:avLst/>
          </a:prstGeom>
        </p:spPr>
      </p:pic>
      <p:sp>
        <p:nvSpPr>
          <p:cNvPr id="5" name="CaixaDeTexto 4"/>
          <p:cNvSpPr txBox="1"/>
          <p:nvPr/>
        </p:nvSpPr>
        <p:spPr>
          <a:xfrm>
            <a:off x="323528" y="404665"/>
            <a:ext cx="849694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 smtClean="0"/>
              <a:t>Lição 1 – Jesus o cumprimento das profecias</a:t>
            </a:r>
            <a:r>
              <a:rPr lang="pt-BR" dirty="0" smtClean="0"/>
              <a:t> </a:t>
            </a:r>
            <a:endParaRPr lang="pt-BR" dirty="0"/>
          </a:p>
        </p:txBody>
      </p:sp>
      <p:sp>
        <p:nvSpPr>
          <p:cNvPr id="6" name="CaixaDeTexto 5"/>
          <p:cNvSpPr txBox="1"/>
          <p:nvPr/>
        </p:nvSpPr>
        <p:spPr>
          <a:xfrm>
            <a:off x="395536" y="2132856"/>
            <a:ext cx="324036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pt-BR" sz="3600" dirty="0" smtClean="0"/>
              <a:t> Ele cumpriu mais de 300 profecias</a:t>
            </a:r>
            <a:endParaRPr lang="pt-BR" sz="3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1524880_555935717814974_1083049430_n (1).jpg"/>
          <p:cNvPicPr>
            <a:picLocks noChangeAspect="1"/>
          </p:cNvPicPr>
          <p:nvPr/>
        </p:nvPicPr>
        <p:blipFill>
          <a:blip r:embed="rId2" cstate="print">
            <a:lum bright="30000"/>
          </a:blip>
          <a:stretch>
            <a:fillRect/>
          </a:stretch>
        </p:blipFill>
        <p:spPr>
          <a:xfrm rot="5400000">
            <a:off x="3179762" y="884633"/>
            <a:ext cx="5143500" cy="6858000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971600" y="404664"/>
            <a:ext cx="77768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 smtClean="0"/>
              <a:t>Lição 2 – Jesus em Gênesis 3:15</a:t>
            </a:r>
            <a:endParaRPr lang="pt-BR" sz="4000" dirty="0"/>
          </a:p>
        </p:txBody>
      </p:sp>
      <p:sp>
        <p:nvSpPr>
          <p:cNvPr id="7" name="CaixaDeTexto 6"/>
          <p:cNvSpPr txBox="1"/>
          <p:nvPr/>
        </p:nvSpPr>
        <p:spPr>
          <a:xfrm>
            <a:off x="216024" y="1556792"/>
            <a:ext cx="205172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pt-BR" sz="3600" dirty="0" smtClean="0"/>
              <a:t> Quem é Jesus em Gênesis 3:15?</a:t>
            </a:r>
            <a:endParaRPr lang="pt-BR" sz="3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/>
          <p:cNvSpPr txBox="1"/>
          <p:nvPr/>
        </p:nvSpPr>
        <p:spPr>
          <a:xfrm>
            <a:off x="1403648" y="620688"/>
            <a:ext cx="53285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 smtClean="0"/>
              <a:t>Lição 3 – Jesus o Profeta</a:t>
            </a:r>
            <a:endParaRPr lang="pt-BR" sz="4000" dirty="0"/>
          </a:p>
        </p:txBody>
      </p:sp>
      <p:sp>
        <p:nvSpPr>
          <p:cNvPr id="8" name="CaixaDeTexto 7"/>
          <p:cNvSpPr txBox="1"/>
          <p:nvPr/>
        </p:nvSpPr>
        <p:spPr>
          <a:xfrm>
            <a:off x="107504" y="1772816"/>
            <a:ext cx="33123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pt-BR" sz="3600" dirty="0" smtClean="0"/>
              <a:t> O que é um profeta?</a:t>
            </a:r>
            <a:endParaRPr lang="pt-BR" sz="3600" dirty="0"/>
          </a:p>
        </p:txBody>
      </p:sp>
      <p:sp>
        <p:nvSpPr>
          <p:cNvPr id="9" name="CaixaDeTexto 8"/>
          <p:cNvSpPr txBox="1"/>
          <p:nvPr/>
        </p:nvSpPr>
        <p:spPr>
          <a:xfrm>
            <a:off x="35496" y="3068960"/>
            <a:ext cx="345638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pt-BR" sz="3600" dirty="0" smtClean="0"/>
              <a:t> Que pessoas são “sombras” de Jesus como profeta no VT?</a:t>
            </a:r>
            <a:endParaRPr lang="pt-BR" sz="3600" dirty="0"/>
          </a:p>
        </p:txBody>
      </p:sp>
      <p:sp>
        <p:nvSpPr>
          <p:cNvPr id="11" name="CaixaDeTexto 10"/>
          <p:cNvSpPr txBox="1"/>
          <p:nvPr/>
        </p:nvSpPr>
        <p:spPr>
          <a:xfrm>
            <a:off x="0" y="5373216"/>
            <a:ext cx="28438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pt-BR" sz="3600" dirty="0" smtClean="0"/>
              <a:t>Você é um profeta?</a:t>
            </a:r>
            <a:endParaRPr lang="pt-BR" sz="3600" dirty="0"/>
          </a:p>
        </p:txBody>
      </p:sp>
      <p:pic>
        <p:nvPicPr>
          <p:cNvPr id="16" name="Imagem 15" descr="1460124_651708531518490_1601844337_n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491880" y="2903416"/>
            <a:ext cx="5508104" cy="309257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899592" y="692696"/>
            <a:ext cx="73448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 smtClean="0"/>
              <a:t>Lição 4 – Jesus o nosso cordeiro</a:t>
            </a:r>
            <a:endParaRPr lang="pt-BR" sz="4000" dirty="0"/>
          </a:p>
        </p:txBody>
      </p:sp>
      <p:sp>
        <p:nvSpPr>
          <p:cNvPr id="5" name="CaixaDeTexto 4"/>
          <p:cNvSpPr txBox="1"/>
          <p:nvPr/>
        </p:nvSpPr>
        <p:spPr>
          <a:xfrm>
            <a:off x="35496" y="1412776"/>
            <a:ext cx="396044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pt-BR" sz="3600" dirty="0" smtClean="0"/>
              <a:t> Por que podemos chamar Jesus de O Cordeiro de Deus?</a:t>
            </a:r>
            <a:endParaRPr lang="pt-BR" sz="3600" dirty="0"/>
          </a:p>
        </p:txBody>
      </p:sp>
      <p:sp>
        <p:nvSpPr>
          <p:cNvPr id="6" name="CaixaDeTexto 5"/>
          <p:cNvSpPr txBox="1"/>
          <p:nvPr/>
        </p:nvSpPr>
        <p:spPr>
          <a:xfrm>
            <a:off x="-36512" y="3879046"/>
            <a:ext cx="446449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pt-BR" sz="3600" dirty="0" smtClean="0"/>
              <a:t> Qual é o primeiro episódio do VT que o Cordeiro  como sombra de Jesus aparece?</a:t>
            </a:r>
            <a:endParaRPr lang="pt-BR" sz="3600" dirty="0"/>
          </a:p>
        </p:txBody>
      </p:sp>
      <p:sp>
        <p:nvSpPr>
          <p:cNvPr id="7" name="CaixaDeTexto 6"/>
          <p:cNvSpPr txBox="1"/>
          <p:nvPr/>
        </p:nvSpPr>
        <p:spPr>
          <a:xfrm>
            <a:off x="5076056" y="3042826"/>
            <a:ext cx="338437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 smtClean="0"/>
              <a:t>Como esse evento ficou conhecido?</a:t>
            </a:r>
            <a:endParaRPr lang="pt-BR" sz="3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971600" y="764704"/>
            <a:ext cx="64807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 smtClean="0"/>
              <a:t>Lição 5 – Jesus nossa Páscoa</a:t>
            </a:r>
            <a:endParaRPr lang="pt-BR" sz="4000" dirty="0"/>
          </a:p>
        </p:txBody>
      </p:sp>
      <p:sp>
        <p:nvSpPr>
          <p:cNvPr id="5" name="CaixaDeTexto 4"/>
          <p:cNvSpPr txBox="1"/>
          <p:nvPr/>
        </p:nvSpPr>
        <p:spPr>
          <a:xfrm>
            <a:off x="467544" y="1628800"/>
            <a:ext cx="324036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 smtClean="0"/>
              <a:t>No NT Jesus se tornou definitivamente a nossa Páscoa. Por que?</a:t>
            </a:r>
            <a:endParaRPr lang="pt-BR" sz="3600" dirty="0"/>
          </a:p>
        </p:txBody>
      </p:sp>
      <p:pic>
        <p:nvPicPr>
          <p:cNvPr id="6" name="Imagem 5" descr="996974_651708188185191_783287784_n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995936" y="3356992"/>
            <a:ext cx="4680012" cy="312000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9" dur="80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0" dur="80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" dur="80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971600" y="404664"/>
            <a:ext cx="69127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 smtClean="0"/>
              <a:t>Lição 6 – Jesus nosso sacerdote</a:t>
            </a:r>
            <a:endParaRPr lang="pt-BR" sz="4000" dirty="0"/>
          </a:p>
        </p:txBody>
      </p:sp>
      <p:sp>
        <p:nvSpPr>
          <p:cNvPr id="5" name="CaixaDeTexto 4"/>
          <p:cNvSpPr txBox="1"/>
          <p:nvPr/>
        </p:nvSpPr>
        <p:spPr>
          <a:xfrm>
            <a:off x="0" y="1628800"/>
            <a:ext cx="28438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 smtClean="0"/>
              <a:t>O que é um sacerdote?</a:t>
            </a:r>
            <a:endParaRPr lang="pt-BR" sz="3600" dirty="0"/>
          </a:p>
        </p:txBody>
      </p:sp>
      <p:sp>
        <p:nvSpPr>
          <p:cNvPr id="6" name="CaixaDeTexto 5"/>
          <p:cNvSpPr txBox="1"/>
          <p:nvPr/>
        </p:nvSpPr>
        <p:spPr>
          <a:xfrm>
            <a:off x="0" y="3356992"/>
            <a:ext cx="377991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 smtClean="0"/>
              <a:t>Por que Jesus é o maior de todos os sacerdotes?</a:t>
            </a:r>
            <a:endParaRPr lang="pt-BR" sz="3600" dirty="0"/>
          </a:p>
        </p:txBody>
      </p:sp>
      <p:pic>
        <p:nvPicPr>
          <p:cNvPr id="7" name="Imagem 6" descr="1471897_651709678185042_2111498365_n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779912" y="2900941"/>
            <a:ext cx="5364088" cy="357605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971600" y="764704"/>
            <a:ext cx="71287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 smtClean="0"/>
              <a:t>Lição 7 e 8 - Jesus o Rei dos Reis</a:t>
            </a:r>
            <a:endParaRPr lang="pt-BR" sz="4000" dirty="0"/>
          </a:p>
        </p:txBody>
      </p:sp>
      <p:sp>
        <p:nvSpPr>
          <p:cNvPr id="5" name="CaixaDeTexto 4"/>
          <p:cNvSpPr txBox="1"/>
          <p:nvPr/>
        </p:nvSpPr>
        <p:spPr>
          <a:xfrm>
            <a:off x="467544" y="2492896"/>
            <a:ext cx="43204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pt-BR" sz="3600" dirty="0" smtClean="0"/>
              <a:t> Por que Jesus é o Rei dos Reis?</a:t>
            </a:r>
            <a:endParaRPr lang="pt-BR" sz="3600" dirty="0"/>
          </a:p>
        </p:txBody>
      </p:sp>
      <p:pic>
        <p:nvPicPr>
          <p:cNvPr id="6" name="Imagem 5" descr="1480642_651708781518465_1983606584_n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283968" y="4084671"/>
            <a:ext cx="4860032" cy="27287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467544" y="692696"/>
            <a:ext cx="684076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 smtClean="0"/>
              <a:t>Lição 9 – Jesus o Rei no estábulo</a:t>
            </a:r>
          </a:p>
          <a:p>
            <a:r>
              <a:rPr lang="pt-BR" sz="4000" dirty="0" smtClean="0"/>
              <a:t>Lição 10 – Jesus, seu nascimento no tempo perfeito</a:t>
            </a:r>
          </a:p>
          <a:p>
            <a:endParaRPr lang="pt-BR" sz="4000" dirty="0"/>
          </a:p>
        </p:txBody>
      </p:sp>
      <p:sp>
        <p:nvSpPr>
          <p:cNvPr id="5" name="CaixaDeTexto 4"/>
          <p:cNvSpPr txBox="1"/>
          <p:nvPr/>
        </p:nvSpPr>
        <p:spPr>
          <a:xfrm>
            <a:off x="251520" y="3474874"/>
            <a:ext cx="496855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 smtClean="0"/>
              <a:t>O que vocês consideram mais surpreendente no nascimento de Jesus?</a:t>
            </a:r>
            <a:endParaRPr lang="pt-BR" sz="3600" dirty="0"/>
          </a:p>
        </p:txBody>
      </p:sp>
      <p:pic>
        <p:nvPicPr>
          <p:cNvPr id="6" name="Imagem 5" descr="1526709_555936361148243_145607948_n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996694" y="2708920"/>
            <a:ext cx="3111810" cy="41490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1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m 9" descr="1393191_10202487396210928_723161019_n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292080" y="4492918"/>
            <a:ext cx="3851920" cy="2343252"/>
          </a:xfrm>
          <a:prstGeom prst="rect">
            <a:avLst/>
          </a:prstGeom>
        </p:spPr>
      </p:pic>
      <p:sp>
        <p:nvSpPr>
          <p:cNvPr id="4" name="CaixaDeTexto 3"/>
          <p:cNvSpPr txBox="1"/>
          <p:nvPr/>
        </p:nvSpPr>
        <p:spPr>
          <a:xfrm>
            <a:off x="755576" y="764704"/>
            <a:ext cx="75608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 smtClean="0"/>
              <a:t>Lição 11 – Jesus – Sua autoridade</a:t>
            </a:r>
            <a:endParaRPr lang="pt-BR" sz="4000" dirty="0"/>
          </a:p>
        </p:txBody>
      </p:sp>
      <p:sp>
        <p:nvSpPr>
          <p:cNvPr id="5" name="CaixaDeTexto 4"/>
          <p:cNvSpPr txBox="1"/>
          <p:nvPr/>
        </p:nvSpPr>
        <p:spPr>
          <a:xfrm>
            <a:off x="755576" y="2204864"/>
            <a:ext cx="727280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 smtClean="0"/>
              <a:t>Jesus manifestou sua autoridade sobre todas as coisas várias vezes nos Evangelhos.</a:t>
            </a:r>
            <a:endParaRPr lang="pt-BR" sz="3600" dirty="0"/>
          </a:p>
        </p:txBody>
      </p:sp>
      <p:sp>
        <p:nvSpPr>
          <p:cNvPr id="6" name="CaixaDeTexto 5"/>
          <p:cNvSpPr txBox="1"/>
          <p:nvPr/>
        </p:nvSpPr>
        <p:spPr>
          <a:xfrm>
            <a:off x="755576" y="4509120"/>
            <a:ext cx="64087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 smtClean="0"/>
              <a:t>Como era essa autoridade e como Ele a demonstrava?</a:t>
            </a:r>
            <a:endParaRPr lang="pt-BR" sz="3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 tmFilter="0,0; .5, 1; 1, 1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800" decel="100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8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8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8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9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225</Words>
  <Application>Microsoft Office PowerPoint</Application>
  <PresentationFormat>Apresentação na tela (4:3)</PresentationFormat>
  <Paragraphs>25</Paragraphs>
  <Slides>9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0" baseType="lpstr">
      <vt:lpstr>Tema do Office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Hewlett-Packard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Esther</dc:creator>
  <cp:lastModifiedBy>Esther</cp:lastModifiedBy>
  <cp:revision>18</cp:revision>
  <dcterms:created xsi:type="dcterms:W3CDTF">2014-01-17T10:29:07Z</dcterms:created>
  <dcterms:modified xsi:type="dcterms:W3CDTF">2014-01-17T12:33:58Z</dcterms:modified>
</cp:coreProperties>
</file>