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3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80B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0" d="100"/>
          <a:sy n="40" d="100"/>
        </p:scale>
        <p:origin x="-828" y="-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84055-3468-48F1-BF3B-8E6FA5A852B3}" type="datetimeFigureOut">
              <a:rPr lang="pt-BR" smtClean="0"/>
              <a:pPr/>
              <a:t>30/08/2013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5C425-AB9C-49D7-9EB4-6063847D60E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75C425-AB9C-49D7-9EB4-6063847D60EE}" type="slidenum">
              <a:rPr lang="pt-BR" smtClean="0"/>
              <a:pPr/>
              <a:t>21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D052-DBEB-4198-A11A-E21499C3BFED}" type="datetimeFigureOut">
              <a:rPr lang="pt-BR" smtClean="0"/>
              <a:pPr/>
              <a:t>30/08/2013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2A346-85F1-4980-B572-0565FE84F03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u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D052-DBEB-4198-A11A-E21499C3BFED}" type="datetimeFigureOut">
              <a:rPr lang="pt-BR" smtClean="0"/>
              <a:pPr/>
              <a:t>30/08/2013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2A346-85F1-4980-B572-0565FE84F03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D052-DBEB-4198-A11A-E21499C3BFED}" type="datetimeFigureOut">
              <a:rPr lang="pt-BR" smtClean="0"/>
              <a:pPr/>
              <a:t>30/08/2013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2A346-85F1-4980-B572-0565FE84F03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pull dir="u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D052-DBEB-4198-A11A-E21499C3BFED}" type="datetimeFigureOut">
              <a:rPr lang="pt-BR" smtClean="0"/>
              <a:pPr/>
              <a:t>30/08/2013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2A346-85F1-4980-B572-0565FE84F03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D052-DBEB-4198-A11A-E21499C3BFED}" type="datetimeFigureOut">
              <a:rPr lang="pt-BR" smtClean="0"/>
              <a:pPr/>
              <a:t>30/08/2013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2A346-85F1-4980-B572-0565FE84F03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D052-DBEB-4198-A11A-E21499C3BFED}" type="datetimeFigureOut">
              <a:rPr lang="pt-BR" smtClean="0"/>
              <a:pPr/>
              <a:t>30/08/2013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2A346-85F1-4980-B572-0565FE84F03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D052-DBEB-4198-A11A-E21499C3BFED}" type="datetimeFigureOut">
              <a:rPr lang="pt-BR" smtClean="0"/>
              <a:pPr/>
              <a:t>30/08/2013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2A346-85F1-4980-B572-0565FE84F03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D052-DBEB-4198-A11A-E21499C3BFED}" type="datetimeFigureOut">
              <a:rPr lang="pt-BR" smtClean="0"/>
              <a:pPr/>
              <a:t>30/08/2013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2A346-85F1-4980-B572-0565FE84F03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com Único Canto Aparado e Arredondado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ângulo retângulo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D052-DBEB-4198-A11A-E21499C3BFED}" type="datetimeFigureOut">
              <a:rPr lang="pt-BR" smtClean="0"/>
              <a:pPr/>
              <a:t>30/08/2013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F992A346-85F1-4980-B572-0565FE84F03A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10" name="Forma liv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a liv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D052-DBEB-4198-A11A-E21499C3BFED}" type="datetimeFigureOut">
              <a:rPr lang="pt-BR" smtClean="0"/>
              <a:pPr/>
              <a:t>30/08/2013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2A346-85F1-4980-B572-0565FE84F03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0D052-DBEB-4198-A11A-E21499C3BFED}" type="datetimeFigureOut">
              <a:rPr lang="pt-BR" smtClean="0"/>
              <a:pPr/>
              <a:t>30/08/2013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2A346-85F1-4980-B572-0565FE84F03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B40D052-DBEB-4198-A11A-E21499C3BFED}" type="datetimeFigureOut">
              <a:rPr lang="pt-BR" smtClean="0"/>
              <a:pPr/>
              <a:t>30/08/2013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992A346-85F1-4980-B572-0565FE84F03A}" type="slidenum">
              <a:rPr lang="pt-BR" smtClean="0"/>
              <a:pPr/>
              <a:t>‹nº›</a:t>
            </a:fld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a liv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a liv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pull dir="u"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1205629754_o_ceu_e_o_seu_limit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267744" y="2564904"/>
            <a:ext cx="3888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 smtClean="0"/>
              <a:t>Jesus</a:t>
            </a:r>
            <a:endParaRPr lang="pt-BR" sz="6000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_1315964934_43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-1830"/>
            <a:ext cx="9144000" cy="6859829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683568" y="764704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É tudo sobre Ele</a:t>
            </a:r>
          </a:p>
          <a:p>
            <a:endParaRPr lang="pt-BR" sz="32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1835696" y="4869160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611560" y="1772816"/>
            <a:ext cx="8136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 Bíblia é a revelação de Deus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11560" y="2852936"/>
            <a:ext cx="6696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Nela Deus mostra quem é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11560" y="3789040"/>
            <a:ext cx="8532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Jesus é a maior revelação de Deus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11560" y="5013176"/>
            <a:ext cx="7056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Jesus está em toda a Bíblia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ceu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395536" y="836712"/>
            <a:ext cx="7920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/>
              <a:t>Ele cumpriu mais de 300 profecias</a:t>
            </a:r>
            <a:endParaRPr lang="pt-BR" sz="4000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ulheres-nuve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467544" y="116632"/>
            <a:ext cx="828092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Gênesis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O Messias nasceria da "semente de uma mulher" [Gênesis 3:15a, Lucas 1:34-35].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O Messias derrotaria Satanás [Gênesis 3:15b, 1 João 3:8].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O Messias padeceria ao reconciliar os homens com Deus [Gênesis 3:15c, 1 Pedro 3:18].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O Messias seria descendente de Sete [Gênesis 4:25, Lucas 3:23-38].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5. O Messias seria descendente de Sem [Gênesis 9:26, Lucas 3:23-36].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6. O Messias seria descendente de Abraão [Gênesis 12:3, Mateus 1:1].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7. O Messias seria descendente de </a:t>
            </a:r>
            <a:r>
              <a:rPr lang="pt-BR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Isaque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[Gênesis 17:19, Lucas 3:23-34].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8. O Messias viria para todas as nações [Gênesis 18:18b, Atos 3:24-26].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9. O Messias seria descendente de </a:t>
            </a:r>
            <a:r>
              <a:rPr lang="pt-BR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Isaque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[Gênesis 21:12, Lucas 3:23-34].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10. O Messias seria como um cordeiro de sacrifício [Gênesis 22:8, João 1:29].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11. O Messias seria sacrificado no mesmo monte onde Deus testou Abraão [Gênesis 22:14, Lucas 23:33].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12. O Messias abençoaria todas as nações [Gênesis 22:18, Gálatas 3:14].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13. O Messias seria descendente de </a:t>
            </a:r>
            <a:r>
              <a:rPr lang="pt-BR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Isaque</a:t>
            </a: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[Gênesis 26:4, Lucas 3:23-34].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14. O Messias seria descendente de Jacó [Gênesis 28:14a, Lucas 3:23-34].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15. O Messias viria para todos os povos [Gênesis 28:14b, Gálatas 3:26-29].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16. O Messias seria descendente de Judá [Gênesis 49:10a, Lucas 3:23-33].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17. O Messias seria Rei de Israel [Gênesis 49:10b, João 1:49].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18. A autoridade do Messias se estenderá a todas as nações [Gênesis 49:10c, Judas 1:25].</a:t>
            </a:r>
            <a:b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>
                <a:solidFill>
                  <a:schemeClr val="tx1">
                    <a:lumMod val="95000"/>
                    <a:lumOff val="5000"/>
                  </a:schemeClr>
                </a:solidFill>
              </a:rPr>
              <a:t>19. O Messias seria a "videira" [Gênesis 49:11, João 15:1-5].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ulheres-nuve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496" y="0"/>
            <a:ext cx="9108504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0" y="0"/>
            <a:ext cx="91440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Êxodo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20. Nenhum dos ossos do Messias seria quebrado[Êxodo 12:46, João 19:32-33].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Números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21. Nenhum dos ossos do Messias seria quebrado[Números 9:12, João 19:32-33].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22. O Messias seria Rei de Israel [Números 24:17, João 19:19].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Deuteronômio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23. O Messias seria Profeta [Deuteronômio 18:15, Mateus 21:11].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24. O Messias seria Profeta [Deuteronômio 18:18a, Mateus 21:11].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25. Deus falaria através do Messias [Deuteronômio 18:18b, João 12:49].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26. O Messias seria feito maldito para redimir o homem [Deuteronômio 21:23, Gálatas 3:13].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27. O Messias seria cultuado por anjos no seu nascimento [Deuteronômio 32:43, Lucas 2:13-14].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Rute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28. O Messias seria descendente de 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Boaz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Rute [Rute 4:12-17, Lucas 3:23-32].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ulheres-nuve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0" y="0"/>
            <a:ext cx="9144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 Samuel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29. O Messias seria exaltado por Deus com poder e força [1 Samuel 2:10, Mateus 28:18].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 Samuel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30. O Messias seria descendente de Davi [2 Samuel 7:12-13, Mateus 1:1].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31. O Messias seria o Filho de Deus [2 Samuel 7:13-14, Mateus 3:16-17].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32. O Messias seria descendente de Davi [2 Samuel 7:16, Mateus 1:1].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33. O Messias viria para todos os povos [2 Samuel 22:50, Romanos 15:8-9].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34. O Messias seria a "Pedra" [ 2 Samuel 23:2-4a, 1 Coríntios 10:4].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35. O Messias seria como a "luz da manhã" [2 Samuel 23:2-4b, Apocalipse 22:16].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 Crônicas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36. O Messias seria descendente de Judá [1 Crônicas 5:2, Lucas 3:23-33].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37. O Messias seria descendente de Davi [1 Crônicas 17:11-12a, Lucas 3:23-31].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38. O Trono do Messias seria eterno [1 Crônicas 17:11-12b, Lucas 1:32-33].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39. O Messias seria o Filho de Deus [1 Crônicas 17:13-14, Mateus 3:16-17].</a:t>
            </a:r>
            <a:b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ulheres-nuve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0" y="0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Salmos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>40. O Messias seria rejeitado pelos Gentios [Salmo 2:1 Atos, 4:25-28].</a:t>
            </a:r>
            <a:br>
              <a:rPr lang="pt-BR" dirty="0"/>
            </a:br>
            <a:r>
              <a:rPr lang="pt-BR" dirty="0"/>
              <a:t>41. Líderes Políticos e religiosos conspirariam contra o Messias [Salmo 2:2, Mateus 26:3-4].</a:t>
            </a:r>
            <a:br>
              <a:rPr lang="pt-BR" dirty="0"/>
            </a:br>
            <a:r>
              <a:rPr lang="pt-BR" dirty="0"/>
              <a:t>42. O Messias seria Rei [Salmo 2:6, João 12:12-13].</a:t>
            </a:r>
            <a:br>
              <a:rPr lang="pt-BR" dirty="0"/>
            </a:br>
            <a:r>
              <a:rPr lang="pt-BR" dirty="0"/>
              <a:t>43. O Messias seria o Filho de Deus [Salmo 2:7a, Lucas 1:31-35].</a:t>
            </a:r>
            <a:br>
              <a:rPr lang="pt-BR" dirty="0"/>
            </a:br>
            <a:r>
              <a:rPr lang="pt-BR" dirty="0"/>
              <a:t>44. O Messias declararia que ele era o Filho de Deus [Salmo 2:7b, João 9:35-37].</a:t>
            </a:r>
            <a:br>
              <a:rPr lang="pt-BR" dirty="0"/>
            </a:br>
            <a:r>
              <a:rPr lang="pt-BR" dirty="0"/>
              <a:t>45. O Messias seria ressuscitado e coroado como Rei [Salmo 2:7c, Atos 13:30-33].</a:t>
            </a:r>
            <a:br>
              <a:rPr lang="pt-BR" dirty="0"/>
            </a:br>
            <a:r>
              <a:rPr lang="pt-BR" dirty="0"/>
              <a:t>46. O Messias pediria a Deus pela Sua herança [Salmo 2:8a, João 17:4-24].</a:t>
            </a:r>
            <a:br>
              <a:rPr lang="pt-BR" dirty="0"/>
            </a:br>
            <a:r>
              <a:rPr lang="pt-BR" dirty="0"/>
              <a:t>47. O Messias receberia autoridade sobre todos [Salmo 2:8b, Mateus 28:18].</a:t>
            </a:r>
            <a:br>
              <a:rPr lang="pt-BR" dirty="0"/>
            </a:br>
            <a:r>
              <a:rPr lang="pt-BR" dirty="0"/>
              <a:t>48. O Messias seria o Filho de Deus [Salmo 2:12a, Mateus 17:5].</a:t>
            </a:r>
            <a:br>
              <a:rPr lang="pt-BR" dirty="0"/>
            </a:br>
            <a:r>
              <a:rPr lang="pt-BR" dirty="0"/>
              <a:t>49. O Messias rejeitaria aqueles que não creram nele [Salmo 2:12b, João 3:36].</a:t>
            </a:r>
            <a:br>
              <a:rPr lang="pt-BR" dirty="0"/>
            </a:br>
            <a:r>
              <a:rPr lang="pt-BR" dirty="0"/>
              <a:t>50. Crianças dariam louvor ao Messias [Salmo 8:2, Mateus 21:15-16].</a:t>
            </a:r>
            <a:br>
              <a:rPr lang="pt-BR" dirty="0"/>
            </a:br>
            <a:r>
              <a:rPr lang="pt-BR" dirty="0"/>
              <a:t>51. Ao Messias seria dado autoridade sobre todas as coisas [Salmo 8:6, Mateus 28:18].</a:t>
            </a:r>
            <a:br>
              <a:rPr lang="pt-BR" dirty="0"/>
            </a:br>
            <a:r>
              <a:rPr lang="pt-BR" dirty="0"/>
              <a:t>52. O Messias seria ressuscitado [Salmo 16:8-10a, Mateus 28:6].</a:t>
            </a:r>
            <a:br>
              <a:rPr lang="pt-BR" dirty="0"/>
            </a:br>
            <a:r>
              <a:rPr lang="pt-BR" dirty="0"/>
              <a:t>53. O Corpo do Messias não seria exposto à corrupção [Salmo 16:8-10b, Atos 13:35-37].</a:t>
            </a:r>
            <a:br>
              <a:rPr lang="pt-BR" dirty="0"/>
            </a:br>
            <a:r>
              <a:rPr lang="pt-BR" dirty="0"/>
              <a:t>54. O Messias seria exaltado á presença de Deus [Salmo 16:11, Atos 2:25-33].</a:t>
            </a:r>
            <a:br>
              <a:rPr lang="pt-BR" dirty="0"/>
            </a:br>
            <a:r>
              <a:rPr lang="pt-BR" dirty="0"/>
              <a:t>55. O Messias viria para todos os povos [Salmo 18:49, Efésios 3:4-6].</a:t>
            </a:r>
            <a:br>
              <a:rPr lang="pt-BR" dirty="0"/>
            </a:br>
            <a:r>
              <a:rPr lang="pt-BR" dirty="0"/>
              <a:t>56. O Messias clamaria a Deus [Salmo 22:1a, Mateus 27:46].</a:t>
            </a:r>
            <a:br>
              <a:rPr lang="pt-BR" dirty="0"/>
            </a:br>
            <a:r>
              <a:rPr lang="pt-BR" dirty="0"/>
              <a:t>57. O Messias seria desamparado por Deus [Salmo 22:1b, Marcos 15:34].</a:t>
            </a:r>
            <a:br>
              <a:rPr lang="pt-BR" dirty="0"/>
            </a:br>
            <a:r>
              <a:rPr lang="pt-BR" dirty="0"/>
              <a:t>58. O Messias, angustiado, oraria sem cessar [Salmo 22:2, Mateus 26:38-39].</a:t>
            </a:r>
            <a:br>
              <a:rPr lang="pt-BR" dirty="0"/>
            </a:br>
            <a:r>
              <a:rPr lang="pt-BR" dirty="0"/>
              <a:t>59. O Messias seria desprezado [Salmo 22:6, Lucas 23:21-23].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ulheres-nuve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0" y="0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60. O povo zombaria do Messias, meneando suas cabeças [Salmo 22:7, Mateus 27:39].</a:t>
            </a:r>
            <a:br>
              <a:rPr lang="pt-BR" dirty="0" smtClean="0"/>
            </a:br>
            <a:r>
              <a:rPr lang="pt-BR" dirty="0" smtClean="0"/>
              <a:t>61. Escarnecedores diriam do Messias, “Confiou em Deus, livre-o agora” [" Salmo 22:8, Mateus 27:41-43].</a:t>
            </a:r>
            <a:br>
              <a:rPr lang="pt-BR" dirty="0" smtClean="0"/>
            </a:br>
            <a:r>
              <a:rPr lang="pt-BR" dirty="0" smtClean="0"/>
              <a:t>62. O Messias teria ciência do seu Pai desde a sua mocidade [Salmo 22:9, Lucas 2:40].</a:t>
            </a:r>
            <a:br>
              <a:rPr lang="pt-BR" dirty="0" smtClean="0"/>
            </a:br>
            <a:r>
              <a:rPr lang="pt-BR" dirty="0" smtClean="0"/>
              <a:t>63. O Messias seria chamado para o serviço de Deus desde o ventre [Salmo 22:10, Lucas 1:30-33].</a:t>
            </a:r>
            <a:br>
              <a:rPr lang="pt-BR" dirty="0" smtClean="0"/>
            </a:br>
            <a:r>
              <a:rPr lang="pt-BR" dirty="0" smtClean="0"/>
              <a:t>64. O Messias seria abandonado pelos discípulos [Salmo 22:11, Marcos 14:50].</a:t>
            </a:r>
            <a:br>
              <a:rPr lang="pt-BR" dirty="0" smtClean="0"/>
            </a:br>
            <a:r>
              <a:rPr lang="pt-BR" dirty="0" smtClean="0"/>
              <a:t>65. O Messias seria cercado por espíritos malignos [Salmo 22:12-13, </a:t>
            </a:r>
            <a:r>
              <a:rPr lang="pt-BR" dirty="0" err="1" smtClean="0"/>
              <a:t>Colossenses</a:t>
            </a:r>
            <a:r>
              <a:rPr lang="pt-BR" dirty="0" smtClean="0"/>
              <a:t> 2:15].</a:t>
            </a:r>
            <a:br>
              <a:rPr lang="pt-BR" dirty="0" smtClean="0"/>
            </a:br>
            <a:r>
              <a:rPr lang="pt-BR" dirty="0" smtClean="0"/>
              <a:t>66. O Coração do Messias iria se partir, fluindo sangue e água [Salmo 22:14a, João 19:34].</a:t>
            </a:r>
            <a:br>
              <a:rPr lang="pt-BR" dirty="0" smtClean="0"/>
            </a:br>
            <a:r>
              <a:rPr lang="pt-BR" dirty="0" smtClean="0"/>
              <a:t>67. O Messias seria crucificado [Salmo 22:14b, Mateus 27:35].</a:t>
            </a:r>
            <a:br>
              <a:rPr lang="pt-BR" dirty="0" smtClean="0"/>
            </a:br>
            <a:r>
              <a:rPr lang="pt-BR" dirty="0" smtClean="0"/>
              <a:t>68. O Messias teria sede [Salmo 22:15a, João 19:28].</a:t>
            </a:r>
            <a:br>
              <a:rPr lang="pt-BR" dirty="0" smtClean="0"/>
            </a:br>
            <a:r>
              <a:rPr lang="pt-BR" dirty="0" smtClean="0"/>
              <a:t>69. O Messias teria sede um pouco antes de sua morte [Salmo 22:15b, João 19:30].</a:t>
            </a:r>
            <a:br>
              <a:rPr lang="pt-BR" dirty="0" smtClean="0"/>
            </a:br>
            <a:r>
              <a:rPr lang="pt-BR" dirty="0" smtClean="0"/>
              <a:t>70. O Messias seria cercado por gentios na sua crucificação [Salmo 22:16a, Lucas 23:36].</a:t>
            </a:r>
            <a:br>
              <a:rPr lang="pt-BR" dirty="0" smtClean="0"/>
            </a:br>
            <a:r>
              <a:rPr lang="pt-BR" dirty="0" smtClean="0"/>
              <a:t>71. O Messias seria cercado por inimigos na sua crucificação [Salmo 22:16b, Mateus 27:41-43].</a:t>
            </a:r>
            <a:br>
              <a:rPr lang="pt-BR" dirty="0" smtClean="0"/>
            </a:br>
            <a:r>
              <a:rPr lang="pt-BR" dirty="0" smtClean="0"/>
              <a:t>72. As mãos e os pés do Messias seriam transpassados [Salmo 22:16c, Mateus 27:38].</a:t>
            </a:r>
            <a:br>
              <a:rPr lang="pt-BR" dirty="0" smtClean="0"/>
            </a:br>
            <a:r>
              <a:rPr lang="pt-BR" dirty="0" smtClean="0"/>
              <a:t>73. Nenhum dos ossos do Messias seria quebrado[Salmo 22:17a, João 19:32-33].</a:t>
            </a:r>
            <a:br>
              <a:rPr lang="pt-BR" dirty="0" smtClean="0"/>
            </a:br>
            <a:r>
              <a:rPr lang="pt-BR" dirty="0" smtClean="0"/>
              <a:t>74. O povo fixaria os olhos no Messias durante a sua crucificação [Salmo 22:17b, Lucas 23:35].</a:t>
            </a:r>
            <a:br>
              <a:rPr lang="pt-BR" dirty="0" smtClean="0"/>
            </a:br>
            <a:r>
              <a:rPr lang="pt-BR" dirty="0" smtClean="0"/>
              <a:t>75. As vestes do Messias seriam repartidas [Salmo 22:18a, João 19:23-24].</a:t>
            </a:r>
            <a:br>
              <a:rPr lang="pt-BR" dirty="0" smtClean="0"/>
            </a:br>
            <a:r>
              <a:rPr lang="pt-BR" dirty="0" smtClean="0"/>
              <a:t>76. Sortes seriam lançadas pela roupa do Messias [Salmo 22:18b, João 19:23-24].</a:t>
            </a:r>
            <a:br>
              <a:rPr lang="pt-BR" dirty="0" smtClean="0"/>
            </a:br>
            <a:r>
              <a:rPr lang="pt-BR" dirty="0" smtClean="0"/>
              <a:t>77. O ato expiatório do Messias possibilitaria aos crentes serem seus irmãos [Salmo 22:22, Hebreus 2:10-12].</a:t>
            </a:r>
            <a:br>
              <a:rPr lang="pt-BR" dirty="0" smtClean="0"/>
            </a:br>
            <a:r>
              <a:rPr lang="pt-BR" dirty="0" smtClean="0"/>
              <a:t>78. Os inimigos do Messias tropeçariam e cairiam quando viessem por ele [Salmo 27:2, João 18:3-6].</a:t>
            </a:r>
            <a:br>
              <a:rPr lang="pt-BR" dirty="0" smtClean="0"/>
            </a:br>
            <a:r>
              <a:rPr lang="pt-BR" dirty="0" smtClean="0"/>
              <a:t>79. O Messias seria acusado por falsas testemunhas [Salmo 27:12, Mateus 26:59-61].</a:t>
            </a:r>
            <a:br>
              <a:rPr lang="pt-BR" dirty="0" smtClean="0"/>
            </a:br>
            <a:r>
              <a:rPr lang="pt-BR" dirty="0" smtClean="0"/>
              <a:t>80. O Messias bradaria "Nas tuas mãos encomendo o meu espírito" [Salmo 31:5, Lucas 23:46].</a:t>
            </a:r>
            <a:br>
              <a:rPr lang="pt-BR" dirty="0" smtClean="0"/>
            </a:br>
            <a:endParaRPr lang="pt-BR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ulheres-nuve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0" y="0"/>
            <a:ext cx="9144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81. Haveriam planos para matar o Messias [Salmo 31:13, Mateus 27:1].</a:t>
            </a:r>
            <a:br>
              <a:rPr lang="pt-BR" dirty="0" smtClean="0"/>
            </a:br>
            <a:r>
              <a:rPr lang="pt-BR" dirty="0" smtClean="0"/>
              <a:t>82. Nenhum dos ossos do Messias seria quebrado[Salmo 34:20, João 19:32-33].</a:t>
            </a:r>
            <a:br>
              <a:rPr lang="pt-BR" dirty="0" smtClean="0"/>
            </a:br>
            <a:r>
              <a:rPr lang="pt-BR" dirty="0" smtClean="0"/>
              <a:t>83. O Messias seria acusado por falsas testemunhas [Salmo 35:11, Marcos 14:55-59].</a:t>
            </a:r>
            <a:br>
              <a:rPr lang="pt-BR" dirty="0" smtClean="0"/>
            </a:br>
            <a:r>
              <a:rPr lang="pt-BR" dirty="0" smtClean="0"/>
              <a:t>84. O Messias seria odiado por muitos sem motivo [Salmo 35:19, João 18:19-23].</a:t>
            </a:r>
            <a:br>
              <a:rPr lang="pt-BR" dirty="0" smtClean="0"/>
            </a:br>
            <a:r>
              <a:rPr lang="pt-BR" dirty="0" smtClean="0"/>
              <a:t>85. O Messias emudeceria diante de seus acusadores [Salmo 38:13-14, Mateus 26:62-63].</a:t>
            </a:r>
            <a:br>
              <a:rPr lang="pt-BR" dirty="0" smtClean="0"/>
            </a:br>
            <a:r>
              <a:rPr lang="pt-BR" dirty="0" smtClean="0"/>
              <a:t>86. A auto-oferta do Messias substituiria todos os sacrifícios [Salmo 40:6-8a, Hebreus 10:10-13].</a:t>
            </a:r>
            <a:br>
              <a:rPr lang="pt-BR" dirty="0" smtClean="0"/>
            </a:br>
            <a:r>
              <a:rPr lang="pt-BR" dirty="0" smtClean="0"/>
              <a:t>87. O Messias diria que as Escrituras testificam dele [Salmo 40:6-8b, Lucas 24:44].</a:t>
            </a:r>
            <a:br>
              <a:rPr lang="pt-BR" dirty="0" smtClean="0"/>
            </a:br>
            <a:r>
              <a:rPr lang="pt-BR" dirty="0" smtClean="0"/>
              <a:t>88. O Messias viria para fazer a vontade de Deus [Salmo 40:7-8, João 5:30].</a:t>
            </a:r>
            <a:br>
              <a:rPr lang="pt-BR" dirty="0" smtClean="0"/>
            </a:br>
            <a:r>
              <a:rPr lang="pt-BR" dirty="0" smtClean="0"/>
              <a:t>89. O Messias não ocultaria a sua missão da congregação [Salmo 40:9-10, Lucas 4:16-21].</a:t>
            </a:r>
            <a:br>
              <a:rPr lang="pt-BR" dirty="0" smtClean="0"/>
            </a:br>
            <a:r>
              <a:rPr lang="pt-BR" dirty="0" smtClean="0"/>
              <a:t>90. O traidor do Messias seria um amigo com quem ele partiu pão [Salmo 41:9, Marcos 14:17-18].</a:t>
            </a:r>
            <a:br>
              <a:rPr lang="pt-BR" dirty="0" smtClean="0"/>
            </a:br>
            <a:r>
              <a:rPr lang="pt-BR" dirty="0" smtClean="0"/>
              <a:t>91. O Messias falaria com uma mensagem de graça [Salmo 45:2, Lucas 4:22].</a:t>
            </a:r>
            <a:br>
              <a:rPr lang="pt-BR" dirty="0" smtClean="0"/>
            </a:br>
            <a:r>
              <a:rPr lang="pt-BR" dirty="0" smtClean="0"/>
              <a:t>92. O Trono do Messias seria perpétuo [Salmo 45:6-7a, Lucas 1:31-33].</a:t>
            </a:r>
            <a:br>
              <a:rPr lang="pt-BR" dirty="0" smtClean="0"/>
            </a:br>
            <a:r>
              <a:rPr lang="pt-BR" dirty="0" smtClean="0"/>
              <a:t>93. O Messias seria Deus [Salmo 45:6-7b, Hebreus 1:8-9].</a:t>
            </a:r>
            <a:br>
              <a:rPr lang="pt-BR" dirty="0" smtClean="0"/>
            </a:br>
            <a:r>
              <a:rPr lang="pt-BR" dirty="0" smtClean="0"/>
              <a:t>94. O Messias agiria com retidão [Salmo 45:6-7c, João 5:30].</a:t>
            </a:r>
            <a:br>
              <a:rPr lang="pt-BR" dirty="0" smtClean="0"/>
            </a:br>
            <a:r>
              <a:rPr lang="pt-BR" dirty="0" smtClean="0"/>
              <a:t>95. O Messias seria traído por um amigo [Salmo 55:12-14, Lucas 22:47-48].</a:t>
            </a:r>
            <a:br>
              <a:rPr lang="pt-BR" dirty="0" smtClean="0"/>
            </a:br>
            <a:r>
              <a:rPr lang="pt-BR" dirty="0" smtClean="0"/>
              <a:t>96. O Messias ascenderia ao céu [Salmo 68:18a, Lucas 24:51].</a:t>
            </a:r>
            <a:br>
              <a:rPr lang="pt-BR" dirty="0" smtClean="0"/>
            </a:br>
            <a:r>
              <a:rPr lang="pt-BR" dirty="0" smtClean="0"/>
              <a:t>97. O Messias daria dons aos homens [Salmo 68:18b, Mateus 10:1].</a:t>
            </a:r>
            <a:br>
              <a:rPr lang="pt-BR" dirty="0" smtClean="0"/>
            </a:br>
            <a:r>
              <a:rPr lang="pt-BR" dirty="0" smtClean="0"/>
              <a:t>98. O Messias seria odiado por muitos sem motivo [Salmo 69:4, Lucas 23:13-22].</a:t>
            </a:r>
            <a:br>
              <a:rPr lang="pt-BR" dirty="0" smtClean="0"/>
            </a:br>
            <a:r>
              <a:rPr lang="pt-BR" dirty="0" smtClean="0"/>
              <a:t>99. O Messias suportaria acusações, por amor a Deus [Salmo 69:7, Mateus 26:65-67].</a:t>
            </a:r>
            <a:br>
              <a:rPr lang="pt-BR" dirty="0" smtClean="0"/>
            </a:br>
            <a:r>
              <a:rPr lang="pt-BR" dirty="0" smtClean="0"/>
              <a:t>100. O Messias seria rejeitado pelo seu povo [Salmo 69:8a, João 1:11].</a:t>
            </a:r>
            <a:br>
              <a:rPr lang="pt-BR" dirty="0" smtClean="0"/>
            </a:br>
            <a:r>
              <a:rPr lang="pt-BR" dirty="0" smtClean="0"/>
              <a:t>101. Os irmãos do Messias não creriam nele [Salmo 69:8b, João 7:3-5].</a:t>
            </a:r>
            <a:br>
              <a:rPr lang="pt-BR" dirty="0" smtClean="0"/>
            </a:br>
            <a:r>
              <a:rPr lang="pt-BR" dirty="0" smtClean="0"/>
              <a:t>102. O Messias se enfureceria pelo desrespeito para com o templo [Salmo 69:9a, João 2:13-17].</a:t>
            </a:r>
            <a:br>
              <a:rPr lang="pt-BR" dirty="0" smtClean="0"/>
            </a:br>
            <a:r>
              <a:rPr lang="pt-BR" dirty="0" smtClean="0"/>
              <a:t>103. O Messias suportaria acusações, por amor a Deus [Salmo 69:9b, Romanos 15:3].</a:t>
            </a:r>
            <a:br>
              <a:rPr lang="pt-BR" dirty="0" smtClean="0"/>
            </a:br>
            <a:endParaRPr lang="pt-BR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ulheres-nuve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0" y="0"/>
            <a:ext cx="9144000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104. O coração do Messias iria se partir [Salmo 69:20a, João 19:34].</a:t>
            </a:r>
            <a:br>
              <a:rPr lang="pt-BR" sz="1600" dirty="0" smtClean="0"/>
            </a:br>
            <a:r>
              <a:rPr lang="pt-BR" sz="1600" dirty="0" smtClean="0"/>
              <a:t>105. Os discípulos do Messias o abandonariam na sua hora de necessidade [Salmo 69:20b, Marcos 14:33-41].</a:t>
            </a:r>
            <a:br>
              <a:rPr lang="pt-BR" sz="1600" dirty="0" smtClean="0"/>
            </a:br>
            <a:r>
              <a:rPr lang="pt-BR" sz="1600" dirty="0" smtClean="0"/>
              <a:t>106. Ao Messias seria oferecido fel e vinagre [Salmo 69:21a, Mateus 27:34].</a:t>
            </a:r>
            <a:br>
              <a:rPr lang="pt-BR" sz="1600" dirty="0" smtClean="0"/>
            </a:br>
            <a:r>
              <a:rPr lang="pt-BR" sz="1600" dirty="0" smtClean="0"/>
              <a:t>107. O Messias teria sede [Salmo 69:21b, João 19:28].</a:t>
            </a:r>
            <a:br>
              <a:rPr lang="pt-BR" sz="1600" dirty="0" smtClean="0"/>
            </a:br>
            <a:r>
              <a:rPr lang="pt-BR" sz="1600" dirty="0" smtClean="0"/>
              <a:t>108. O campo do oleiro ficaria desabitado [Salmo 69:25, Atos 1:16-20].</a:t>
            </a:r>
            <a:br>
              <a:rPr lang="pt-BR" sz="1600" dirty="0" smtClean="0"/>
            </a:br>
            <a:r>
              <a:rPr lang="pt-BR" sz="1600" dirty="0" smtClean="0"/>
              <a:t>109. O Messias falaria em parábolas [Salmo 78:2, Mateus 13:34-35].</a:t>
            </a:r>
            <a:br>
              <a:rPr lang="pt-BR" sz="1600" dirty="0" smtClean="0"/>
            </a:br>
            <a:r>
              <a:rPr lang="pt-BR" sz="1600" dirty="0" smtClean="0"/>
              <a:t>110. O Messias estaria à destra de Deus [Salmo 80:17, Atos 5:31].</a:t>
            </a:r>
            <a:br>
              <a:rPr lang="pt-BR" sz="1600" dirty="0" smtClean="0"/>
            </a:br>
            <a:r>
              <a:rPr lang="pt-BR" sz="1600" dirty="0" smtClean="0"/>
              <a:t>111. O Messias seria descendente de Davi [Salmo 89:3-4, Mateus 1:1].</a:t>
            </a:r>
            <a:br>
              <a:rPr lang="pt-BR" sz="1600" dirty="0" smtClean="0"/>
            </a:br>
            <a:r>
              <a:rPr lang="pt-BR" sz="1600" dirty="0" smtClean="0"/>
              <a:t>112. O Messias chamaria a Deus de “meu Pai” [Salmo 89:26, Mateus 11:27].</a:t>
            </a:r>
            <a:br>
              <a:rPr lang="pt-BR" sz="1600" dirty="0" smtClean="0"/>
            </a:br>
            <a:r>
              <a:rPr lang="pt-BR" sz="1600" dirty="0" smtClean="0"/>
              <a:t>113. O Messias seria o “primogênito” de Deus [ Salmo 89:27, Marcos 16:6].</a:t>
            </a:r>
            <a:br>
              <a:rPr lang="pt-BR" sz="1600" dirty="0" smtClean="0"/>
            </a:br>
            <a:r>
              <a:rPr lang="pt-BR" sz="1600" dirty="0" smtClean="0"/>
              <a:t>114. O Messias seria descendente de Davi [Salmo 89:29, Mateus 1:1].</a:t>
            </a:r>
            <a:br>
              <a:rPr lang="pt-BR" sz="1600" dirty="0" smtClean="0"/>
            </a:br>
            <a:r>
              <a:rPr lang="pt-BR" sz="1600" dirty="0" smtClean="0"/>
              <a:t>115. O Messias seria descendente de Davi [Salmo 89:35-36, Mateus 1:1].</a:t>
            </a:r>
            <a:br>
              <a:rPr lang="pt-BR" sz="1600" dirty="0" smtClean="0"/>
            </a:br>
            <a:r>
              <a:rPr lang="pt-BR" sz="1600" dirty="0" smtClean="0"/>
              <a:t>116. O Messias seria eterno [Salmo 102:25-27a, </a:t>
            </a:r>
            <a:r>
              <a:rPr lang="pt-BR" sz="1600" dirty="0" err="1" smtClean="0"/>
              <a:t>Colossenses</a:t>
            </a:r>
            <a:r>
              <a:rPr lang="pt-BR" sz="1600" dirty="0" smtClean="0"/>
              <a:t> 1:17].</a:t>
            </a:r>
            <a:br>
              <a:rPr lang="pt-BR" sz="1600" dirty="0" smtClean="0"/>
            </a:br>
            <a:r>
              <a:rPr lang="pt-BR" sz="1600" dirty="0" smtClean="0"/>
              <a:t>117. O Messias seria o criador de todas as coisas [Salmo 102:25-27b, João 1:3].</a:t>
            </a:r>
            <a:br>
              <a:rPr lang="pt-BR" sz="1600" dirty="0" smtClean="0"/>
            </a:br>
            <a:r>
              <a:rPr lang="pt-BR" sz="1600" dirty="0" smtClean="0"/>
              <a:t>118. O Messias seria acusado por falsas testemunhas [Salmo 109:2, João 18:29-30].</a:t>
            </a:r>
            <a:br>
              <a:rPr lang="pt-BR" sz="1600" dirty="0" smtClean="0"/>
            </a:br>
            <a:r>
              <a:rPr lang="pt-BR" sz="1600" dirty="0" smtClean="0"/>
              <a:t>119. O Messias oraria pelos seus inimigos [Salmo 109:4, Lucas 23:34].</a:t>
            </a:r>
            <a:br>
              <a:rPr lang="pt-BR" sz="1600" dirty="0" smtClean="0"/>
            </a:br>
            <a:r>
              <a:rPr lang="pt-BR" sz="1600" dirty="0" smtClean="0"/>
              <a:t>120. O traidor do Messias teria uma vida curta [Salmo 109:8a, Atos 1:16-18].</a:t>
            </a:r>
            <a:br>
              <a:rPr lang="pt-BR" sz="1600" dirty="0" smtClean="0"/>
            </a:br>
            <a:r>
              <a:rPr lang="pt-BR" sz="1600" dirty="0" smtClean="0"/>
              <a:t>121. O traidor do Messias seria substituído [Salmo 109:8b, Atos 1:20-26].</a:t>
            </a:r>
            <a:br>
              <a:rPr lang="pt-BR" sz="1600" dirty="0" smtClean="0"/>
            </a:br>
            <a:r>
              <a:rPr lang="pt-BR" sz="1600" dirty="0" smtClean="0"/>
              <a:t>122. O povo zombaria do Messias, meneando suas cabeças [Salmo 109:25, Marcos 15:29-30].</a:t>
            </a:r>
            <a:br>
              <a:rPr lang="pt-BR" sz="1600" dirty="0" smtClean="0"/>
            </a:br>
            <a:r>
              <a:rPr lang="pt-BR" sz="1600" dirty="0" smtClean="0"/>
              <a:t>123. O Messias seria Senhor [Salmo 110:1a, Mateus 22:41-45].</a:t>
            </a:r>
            <a:br>
              <a:rPr lang="pt-BR" sz="1600" dirty="0" smtClean="0"/>
            </a:br>
            <a:r>
              <a:rPr lang="pt-BR" sz="1600" dirty="0" smtClean="0"/>
              <a:t>124. O Messias estaria à destra de Deus [Salmo 110:1b, Marcos 16:19].</a:t>
            </a:r>
            <a:br>
              <a:rPr lang="pt-BR" sz="1600" dirty="0" smtClean="0"/>
            </a:br>
            <a:r>
              <a:rPr lang="pt-BR" sz="1600" dirty="0" smtClean="0"/>
              <a:t>125. O Messias seria um sacerdote segundo a ordem de </a:t>
            </a:r>
            <a:r>
              <a:rPr lang="pt-BR" sz="1600" dirty="0" err="1" smtClean="0"/>
              <a:t>Melquisedeque</a:t>
            </a:r>
            <a:r>
              <a:rPr lang="pt-BR" sz="1600" dirty="0" smtClean="0"/>
              <a:t> [Salmo 110:4, Hebreus 6:17-20].</a:t>
            </a:r>
            <a:br>
              <a:rPr lang="pt-BR" sz="1600" dirty="0" smtClean="0"/>
            </a:br>
            <a:r>
              <a:rPr lang="pt-BR" sz="1600" dirty="0" smtClean="0"/>
              <a:t>126. O Messias estaria à destra de Deus [Salmo 110:5, 1 Pedro 3:21-22].</a:t>
            </a:r>
            <a:br>
              <a:rPr lang="pt-BR" sz="1600" dirty="0" smtClean="0"/>
            </a:br>
            <a:r>
              <a:rPr lang="pt-BR" sz="1600" dirty="0" smtClean="0"/>
              <a:t>127. O Messias seria a "pedra" rejeitada por Israel [Salmo 118:22, Mateus 21:42-43].</a:t>
            </a:r>
            <a:br>
              <a:rPr lang="pt-BR" sz="1600" dirty="0" smtClean="0"/>
            </a:br>
            <a:r>
              <a:rPr lang="pt-BR" sz="1600" dirty="0" smtClean="0"/>
              <a:t>128. O Messias viria em nome do Senhor [Salmo 118:26, Mateus 21:9].</a:t>
            </a:r>
            <a:br>
              <a:rPr lang="pt-BR" sz="1600" dirty="0" smtClean="0"/>
            </a:br>
            <a:r>
              <a:rPr lang="pt-BR" sz="1600" dirty="0" smtClean="0"/>
              <a:t>129. O Messias seria descendente de Davi [Salmo 132:11, Mateus 1:1].</a:t>
            </a:r>
            <a:br>
              <a:rPr lang="pt-BR" sz="1600" dirty="0" smtClean="0"/>
            </a:br>
            <a:r>
              <a:rPr lang="pt-BR" sz="1600" dirty="0" smtClean="0"/>
              <a:t>130. O Messias seria descendente de Davi [Salmo 132:17, Mateus 1:1].</a:t>
            </a:r>
          </a:p>
          <a:p>
            <a:endParaRPr lang="pt-BR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ulheres-nuve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0" y="0"/>
            <a:ext cx="9144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Provérbios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>131. O Messias seria oriundo da eternidade [Provérbios 8:22-23, João 17:5].</a:t>
            </a:r>
            <a:br>
              <a:rPr lang="pt-BR" dirty="0"/>
            </a:br>
            <a:r>
              <a:rPr lang="pt-BR" dirty="0"/>
              <a:t>132. O Messias ascenderia e desceria do céu [Provérbios 30:4a, João 3:13].</a:t>
            </a:r>
            <a:br>
              <a:rPr lang="pt-BR" dirty="0"/>
            </a:br>
            <a:r>
              <a:rPr lang="pt-BR" dirty="0"/>
              <a:t>133. Deus teria um Filho [Provérbios 30:4b, Mateus 3:16-17].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>Isaías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>134. Israel teria um coração endurecido contra o Messias [Isaías 6:9-10a, João 12:37-40].</a:t>
            </a:r>
            <a:br>
              <a:rPr lang="pt-BR" dirty="0"/>
            </a:br>
            <a:r>
              <a:rPr lang="pt-BR" dirty="0"/>
              <a:t>135. O Messias falaria em parábolas [Isaías 6:9-10b, Mateus 13:13-15].</a:t>
            </a:r>
            <a:br>
              <a:rPr lang="pt-BR" dirty="0"/>
            </a:br>
            <a:r>
              <a:rPr lang="pt-BR" dirty="0"/>
              <a:t>136. O Messias seria descendente de Davi [Isaías 7:13-14, Mateus 1:1].</a:t>
            </a:r>
            <a:br>
              <a:rPr lang="pt-BR" dirty="0"/>
            </a:br>
            <a:r>
              <a:rPr lang="pt-BR" dirty="0"/>
              <a:t>137. O Messias nasceria de uma virgem [Isaías 7:14a, Lucas 1:34-35].</a:t>
            </a:r>
            <a:br>
              <a:rPr lang="pt-BR" dirty="0"/>
            </a:br>
            <a:r>
              <a:rPr lang="pt-BR" dirty="0"/>
              <a:t>138. O Messias seria Emanuel, "Deus conosco." Isaías 7:14b, Mateus 1:21-23].</a:t>
            </a:r>
            <a:br>
              <a:rPr lang="pt-BR" dirty="0"/>
            </a:br>
            <a:r>
              <a:rPr lang="pt-BR" dirty="0"/>
              <a:t>139. O Messias seria Deus [Isaías 7:14c, João 12:45].</a:t>
            </a:r>
            <a:br>
              <a:rPr lang="pt-BR" dirty="0"/>
            </a:br>
            <a:r>
              <a:rPr lang="pt-BR" dirty="0"/>
              <a:t>140. O Messias seria uma "pedra de tropeço" para Israel [Isaías 8:14, Mateus 21:43-44].</a:t>
            </a:r>
            <a:br>
              <a:rPr lang="pt-BR" dirty="0"/>
            </a:br>
            <a:r>
              <a:rPr lang="pt-BR" dirty="0"/>
              <a:t>141. O Messias ministraria na </a:t>
            </a:r>
            <a:r>
              <a:rPr lang="pt-BR" dirty="0" err="1"/>
              <a:t>Galiléia</a:t>
            </a:r>
            <a:r>
              <a:rPr lang="pt-BR" dirty="0"/>
              <a:t> [Isaías 9:1-2a, Mateus 4:12-17].</a:t>
            </a:r>
            <a:br>
              <a:rPr lang="pt-BR" dirty="0"/>
            </a:br>
            <a:r>
              <a:rPr lang="pt-BR" dirty="0"/>
              <a:t>142. O Messias seria uma luz para os Gentios [Isaías 9:1-2b, Lucas 2:28-32].</a:t>
            </a:r>
            <a:br>
              <a:rPr lang="pt-BR" dirty="0"/>
            </a:br>
            <a:r>
              <a:rPr lang="pt-BR" dirty="0"/>
              <a:t>143. O nascimento do Messias [Isaías 9:6a, Lucas 2:11].</a:t>
            </a:r>
            <a:br>
              <a:rPr lang="pt-BR" dirty="0"/>
            </a:br>
            <a:r>
              <a:rPr lang="pt-BR" dirty="0"/>
              <a:t>144. O Messias seria o Filho de Deus [Isaías 9:6b, Lucas 1:35].</a:t>
            </a:r>
            <a:br>
              <a:rPr lang="pt-BR" dirty="0"/>
            </a:br>
            <a:r>
              <a:rPr lang="pt-BR" dirty="0"/>
              <a:t>145. O Messias seria o "Maravilhoso Conselheiro" [Isaías 9:6c, João 7:46].</a:t>
            </a:r>
            <a:br>
              <a:rPr lang="pt-BR" dirty="0"/>
            </a:br>
            <a:r>
              <a:rPr lang="pt-BR" dirty="0"/>
              <a:t>146. O Messias seria homem e Deus, o "Deus Forte" [Isaías 9:6d, João 10:30].</a:t>
            </a:r>
            <a:br>
              <a:rPr lang="pt-BR" dirty="0"/>
            </a:br>
            <a:r>
              <a:rPr lang="pt-BR" dirty="0"/>
              <a:t>147. O Messias seria o "Pai da Eternidade" [Isaías 9:6e, Apocalipse 1:8].</a:t>
            </a:r>
            <a:br>
              <a:rPr lang="pt-BR" dirty="0"/>
            </a:br>
            <a:r>
              <a:rPr lang="pt-BR" dirty="0"/>
              <a:t>148. O Messias seria o "Príncipe da Paz" [Isaías 9:6f, </a:t>
            </a:r>
            <a:r>
              <a:rPr lang="pt-BR" dirty="0" err="1"/>
              <a:t>Colossenses</a:t>
            </a:r>
            <a:r>
              <a:rPr lang="pt-BR" dirty="0"/>
              <a:t> 1:20].</a:t>
            </a:r>
            <a:br>
              <a:rPr lang="pt-BR" dirty="0"/>
            </a:br>
            <a:r>
              <a:rPr lang="pt-BR" dirty="0"/>
              <a:t>149. O Messias seria descendente de Jessé [Isaías 11:1a, Lucas 3:23-32].</a:t>
            </a:r>
            <a:br>
              <a:rPr lang="pt-BR" dirty="0"/>
            </a:br>
            <a:endParaRPr lang="pt-BR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ulheres-nuve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6770" y="-817381"/>
            <a:ext cx="9150770" cy="7675381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0" y="-819472"/>
            <a:ext cx="9144000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150. O Messias cresceria em uma família pobre [Isaías 11:1b, Lucas 2:7].</a:t>
            </a:r>
            <a:br>
              <a:rPr lang="pt-BR" dirty="0" smtClean="0"/>
            </a:br>
            <a:r>
              <a:rPr lang="pt-BR" dirty="0" smtClean="0"/>
              <a:t>151. O Messias cresceria em Nazaré [Isaías 11:1c, Mateus 2:21-23].</a:t>
            </a:r>
            <a:br>
              <a:rPr lang="pt-BR" dirty="0" smtClean="0"/>
            </a:br>
            <a:r>
              <a:rPr lang="pt-BR" dirty="0" smtClean="0"/>
              <a:t>152. O Messias teria o Espírito de Deus sobre ele [Isaías 11:2a, Mateus 3:16-17].</a:t>
            </a:r>
            <a:br>
              <a:rPr lang="pt-BR" dirty="0" smtClean="0"/>
            </a:br>
            <a:r>
              <a:rPr lang="pt-BR" dirty="0" smtClean="0"/>
              <a:t>153. O Messias teria o Espírito de Sabedoria [Isaías 11:2b, Lucas 2:40].</a:t>
            </a:r>
            <a:br>
              <a:rPr lang="pt-BR" dirty="0" smtClean="0"/>
            </a:br>
            <a:r>
              <a:rPr lang="pt-BR" dirty="0" smtClean="0"/>
              <a:t>154. O Messias teria o Espírito de Entendimento [Isaías 11:2c, Lucas 2:40].</a:t>
            </a:r>
            <a:br>
              <a:rPr lang="pt-BR" dirty="0" smtClean="0"/>
            </a:br>
            <a:r>
              <a:rPr lang="pt-BR" dirty="0" smtClean="0"/>
              <a:t>155. O Messias teria o Espírito de Conselho [Isaías 11:2d, Mateus 7:28-29].</a:t>
            </a:r>
            <a:br>
              <a:rPr lang="pt-BR" dirty="0" smtClean="0"/>
            </a:br>
            <a:r>
              <a:rPr lang="pt-BR" dirty="0" smtClean="0"/>
              <a:t>156. O Messias teria o Espírito de Fortaleza [Isaías 11:2e, Mateus 8:27].</a:t>
            </a:r>
            <a:br>
              <a:rPr lang="pt-BR" dirty="0" smtClean="0"/>
            </a:br>
            <a:r>
              <a:rPr lang="pt-BR" dirty="0" smtClean="0"/>
              <a:t>157. O Messias teria o Espírito de Conhecimento do Senhor [Isaías 11:2f, João 7:29].</a:t>
            </a:r>
            <a:br>
              <a:rPr lang="pt-BR" dirty="0" smtClean="0"/>
            </a:br>
            <a:r>
              <a:rPr lang="pt-BR" dirty="0" smtClean="0"/>
              <a:t>158. O Messias teria o Espírito de Temor do Senhor [Isaías 11:2g, Hebreus 5:7].</a:t>
            </a:r>
            <a:br>
              <a:rPr lang="pt-BR" dirty="0" smtClean="0"/>
            </a:br>
            <a:r>
              <a:rPr lang="pt-BR" dirty="0" smtClean="0"/>
              <a:t>159. O Messias teria um intenso entendimento no temor do Senhor [Isaías 11:3a, Lucas 2:46-47].</a:t>
            </a:r>
            <a:br>
              <a:rPr lang="pt-BR" dirty="0" smtClean="0"/>
            </a:br>
            <a:r>
              <a:rPr lang="pt-BR" dirty="0" smtClean="0"/>
              <a:t>160. O Messias não julgaria com base em representações externas [Isaías 11:3b, João 7:24].</a:t>
            </a:r>
          </a:p>
          <a:p>
            <a:r>
              <a:rPr lang="pt-BR" dirty="0"/>
              <a:t>161. O Messias julgaria os pobres com justiça [Isaías 11:4, Marcos 12:41-44].</a:t>
            </a:r>
            <a:br>
              <a:rPr lang="pt-BR" dirty="0"/>
            </a:br>
            <a:r>
              <a:rPr lang="pt-BR" dirty="0"/>
              <a:t>162. O Messias seria descendente de Jessé [Isaías 11:10a, Lucas 3:23-32].</a:t>
            </a:r>
            <a:br>
              <a:rPr lang="pt-BR" dirty="0"/>
            </a:br>
            <a:r>
              <a:rPr lang="pt-BR" dirty="0"/>
              <a:t>163. O Messias viria para todos os povos [Isaías 11:10b, Atos 13:47-48].</a:t>
            </a:r>
            <a:br>
              <a:rPr lang="pt-BR" dirty="0"/>
            </a:br>
            <a:r>
              <a:rPr lang="pt-BR" dirty="0"/>
              <a:t>164. O Messias teria a chave de Davi [Isaías 22:22, Apocalipse 3:7].</a:t>
            </a:r>
            <a:br>
              <a:rPr lang="pt-BR" dirty="0"/>
            </a:br>
            <a:r>
              <a:rPr lang="pt-BR" dirty="0"/>
              <a:t>165. O Messias derrotaria a morte [Isaías 25:8, Apocalipse 1:18].</a:t>
            </a:r>
            <a:br>
              <a:rPr lang="pt-BR" dirty="0"/>
            </a:br>
            <a:r>
              <a:rPr lang="pt-BR" dirty="0"/>
              <a:t>166. Outros ressurgiriam à vida na ressurreição do Messias [Isaías 26:19, Mateus 27:52-53].</a:t>
            </a:r>
            <a:br>
              <a:rPr lang="pt-BR" dirty="0"/>
            </a:br>
            <a:r>
              <a:rPr lang="pt-BR" dirty="0"/>
              <a:t>167. O Messias seria a pedra de esquina [Isaías 28:16, 1 Peter 2:4-6].</a:t>
            </a:r>
            <a:br>
              <a:rPr lang="pt-BR" dirty="0"/>
            </a:br>
            <a:r>
              <a:rPr lang="pt-BR" dirty="0"/>
              <a:t>168. O Messias curaria o cego [Isaías 35:5a, Marcos 10:51-52].</a:t>
            </a:r>
            <a:br>
              <a:rPr lang="pt-BR" dirty="0"/>
            </a:br>
            <a:r>
              <a:rPr lang="pt-BR" dirty="0"/>
              <a:t>169. O Messias curaria o surdo [Isaías 35:5b, Marcos 7:32-35].</a:t>
            </a:r>
            <a:br>
              <a:rPr lang="pt-BR" dirty="0"/>
            </a:br>
            <a:r>
              <a:rPr lang="pt-BR" dirty="0"/>
              <a:t>170. O Messias curaria o coxo [Isaías 35:6a, Mateus 12:10-13].</a:t>
            </a:r>
            <a:br>
              <a:rPr lang="pt-BR" dirty="0"/>
            </a:br>
            <a:r>
              <a:rPr lang="pt-BR" dirty="0"/>
              <a:t>171. O Messias curaria o mudo [Isaías 35:6b, Mateus 9:32-33].</a:t>
            </a:r>
            <a:br>
              <a:rPr lang="pt-BR" dirty="0"/>
            </a:br>
            <a:r>
              <a:rPr lang="pt-BR" dirty="0"/>
              <a:t>172. O precursor do Messias viveria no deserto [Isaías 40:3a, Mateus 3:1-4].</a:t>
            </a:r>
            <a:br>
              <a:rPr lang="pt-BR" dirty="0"/>
            </a:br>
            <a:r>
              <a:rPr lang="pt-BR" dirty="0"/>
              <a:t>173. O precursor prepararia o povo para a vinda do Messias [Isaías 40:3b, Lucas 1:17].</a:t>
            </a:r>
            <a:br>
              <a:rPr lang="pt-BR" dirty="0"/>
            </a:br>
            <a:r>
              <a:rPr lang="pt-BR" dirty="0"/>
              <a:t>174. O Messias seria Deus [Isaías 40:3c, João 10:30].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ulheres-nuve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0" y="0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175. O Messias seria como um pastor [Isaías 40:11, João 10:11].</a:t>
            </a:r>
            <a:br>
              <a:rPr lang="pt-BR" dirty="0" smtClean="0"/>
            </a:br>
            <a:r>
              <a:rPr lang="pt-BR" dirty="0" smtClean="0"/>
              <a:t>176. O Messias seria o servo de Deus [Isaías 42:1a, João 4:34].</a:t>
            </a:r>
            <a:br>
              <a:rPr lang="pt-BR" dirty="0" smtClean="0"/>
            </a:br>
            <a:r>
              <a:rPr lang="pt-BR" dirty="0" smtClean="0"/>
              <a:t>177. O Messias teria o Espírito de Deus sobre ele [Isaías 42:1b, Mateus 3:16-17].</a:t>
            </a:r>
            <a:br>
              <a:rPr lang="pt-BR" dirty="0" smtClean="0"/>
            </a:br>
            <a:r>
              <a:rPr lang="pt-BR" dirty="0" smtClean="0"/>
              <a:t>178. O Messias agradaria a Deus [Isaías 42:1c, Mateus 3:16-17].</a:t>
            </a:r>
            <a:br>
              <a:rPr lang="pt-BR" dirty="0" smtClean="0"/>
            </a:br>
            <a:r>
              <a:rPr lang="pt-BR" dirty="0" smtClean="0"/>
              <a:t>179. O Messias não chamaria atenção para si próprio [Isaías 42:2, Mateus 12:15-21].</a:t>
            </a:r>
            <a:br>
              <a:rPr lang="pt-BR" dirty="0" smtClean="0"/>
            </a:br>
            <a:r>
              <a:rPr lang="pt-BR" dirty="0" smtClean="0"/>
              <a:t>180. O Messias teria compaixão dos pobres e necessitados [Isaías 42:3, Mateus 11:4-5].</a:t>
            </a:r>
            <a:br>
              <a:rPr lang="pt-BR" dirty="0" smtClean="0"/>
            </a:br>
            <a:r>
              <a:rPr lang="pt-BR" dirty="0" smtClean="0"/>
              <a:t>181. O Messias receberia orientação de Deus [Isaías 42:6a, João 5:19-20].</a:t>
            </a:r>
            <a:br>
              <a:rPr lang="pt-BR" dirty="0" smtClean="0"/>
            </a:br>
            <a:r>
              <a:rPr lang="pt-BR" dirty="0" smtClean="0"/>
              <a:t>182. O Messias seria guardado por Deus [Isaías 42:6b, João 8:29].</a:t>
            </a:r>
          </a:p>
          <a:p>
            <a:r>
              <a:rPr lang="pt-BR" dirty="0"/>
              <a:t>183. O Messias seria a nova aliança [Isaías 42:6c, Mateus 26:28].</a:t>
            </a:r>
            <a:br>
              <a:rPr lang="pt-BR" dirty="0"/>
            </a:br>
            <a:r>
              <a:rPr lang="pt-BR" dirty="0"/>
              <a:t>184. O Messias seria uma luz para os Gentios [Isaías 42:6d, João 8:12].</a:t>
            </a:r>
            <a:br>
              <a:rPr lang="pt-BR" dirty="0"/>
            </a:br>
            <a:r>
              <a:rPr lang="pt-BR" dirty="0"/>
              <a:t>185. O Messias curaria o cego [Isaías 42:7, Mateus 9:27-30].</a:t>
            </a:r>
            <a:br>
              <a:rPr lang="pt-BR" dirty="0"/>
            </a:br>
            <a:r>
              <a:rPr lang="pt-BR" dirty="0"/>
              <a:t>186. O Messias seria oriundo da eternidade [Isaías 48:16a, João 1:1-2].</a:t>
            </a:r>
            <a:br>
              <a:rPr lang="pt-BR" dirty="0"/>
            </a:br>
            <a:r>
              <a:rPr lang="pt-BR" dirty="0"/>
              <a:t>187. O Messias seria enviado por Deus [Isaías 48:16b, João 7:29].</a:t>
            </a:r>
            <a:br>
              <a:rPr lang="pt-BR" dirty="0"/>
            </a:br>
            <a:r>
              <a:rPr lang="pt-BR" dirty="0"/>
              <a:t>188. O Messias viria para todos os povos [Isaías 49:1a, 1 Timóteo 2:4-6].</a:t>
            </a:r>
            <a:br>
              <a:rPr lang="pt-BR" dirty="0"/>
            </a:br>
            <a:r>
              <a:rPr lang="pt-BR" dirty="0"/>
              <a:t>189. O Messias seria chamado para o serviço de Deus desde o ventre [Isaías 49:1b, Mateus 1:20-21].</a:t>
            </a:r>
            <a:br>
              <a:rPr lang="pt-BR" dirty="0"/>
            </a:br>
            <a:r>
              <a:rPr lang="pt-BR" dirty="0"/>
              <a:t>190. O Messias seria chamado pelo seu nome antes de nascer [Isaías 49:1c, Lucas 1:30-31].</a:t>
            </a:r>
            <a:br>
              <a:rPr lang="pt-BR" dirty="0"/>
            </a:br>
            <a:r>
              <a:rPr lang="pt-BR" dirty="0"/>
              <a:t>191. As palavras do Messias seriam como uma espada aguda [Isaías 49:2a, Apocalipse 2:12-16].</a:t>
            </a:r>
            <a:br>
              <a:rPr lang="pt-BR" dirty="0"/>
            </a:br>
            <a:r>
              <a:rPr lang="pt-BR" dirty="0"/>
              <a:t>192. O Messias seria protegido por Deus [Isaías 49:2b, Mateus 2:13-15].</a:t>
            </a:r>
            <a:br>
              <a:rPr lang="pt-BR" dirty="0"/>
            </a:br>
            <a:r>
              <a:rPr lang="pt-BR" dirty="0"/>
              <a:t>193. O Messias seria responsável pelo juízo da humanidade [Isaías 49:2c, João 5:22-29].</a:t>
            </a:r>
            <a:br>
              <a:rPr lang="pt-BR" dirty="0"/>
            </a:br>
            <a:r>
              <a:rPr lang="pt-BR" dirty="0"/>
              <a:t>194. O Messias seria o servo de Deus [Isaías 49:3a, João 17:4].</a:t>
            </a:r>
            <a:br>
              <a:rPr lang="pt-BR" dirty="0"/>
            </a:br>
            <a:r>
              <a:rPr lang="pt-BR" dirty="0"/>
              <a:t>195. A obra do Messias glorificaria a Deus [Isaías 49:3b, Mateus 15:30-31].</a:t>
            </a:r>
            <a:br>
              <a:rPr lang="pt-BR" dirty="0"/>
            </a:br>
            <a:r>
              <a:rPr lang="pt-BR" dirty="0"/>
              <a:t>196. O Messias seria afligido pela incredulidade de Israel [Isaías 49:4, Lucas 19:41-42].</a:t>
            </a:r>
            <a:br>
              <a:rPr lang="pt-BR" dirty="0"/>
            </a:br>
            <a:r>
              <a:rPr lang="pt-BR" dirty="0"/>
              <a:t>197. O Messias seria o servo de Deus [Isaías 49:5a, João 6:38].</a:t>
            </a:r>
            <a:br>
              <a:rPr lang="pt-BR" dirty="0"/>
            </a:br>
            <a:r>
              <a:rPr lang="pt-BR" dirty="0"/>
              <a:t>198. O Messias viria para trazer Israel de volta para Deus [Isaías 49:5b, Mateus 15:24].</a:t>
            </a:r>
            <a:br>
              <a:rPr lang="pt-BR" dirty="0"/>
            </a:br>
            <a:endParaRPr lang="pt-BR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ulheres-nuve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026" y="0"/>
            <a:ext cx="9110974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0" y="0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183. O Messias seria a nova aliança [Isaías 42:6c, Mateus 26:28].</a:t>
            </a:r>
            <a:br>
              <a:rPr lang="pt-BR" dirty="0"/>
            </a:br>
            <a:r>
              <a:rPr lang="pt-BR" dirty="0"/>
              <a:t>184. O Messias seria uma luz para os Gentios [Isaías 42:6d, João 8:12].</a:t>
            </a:r>
            <a:br>
              <a:rPr lang="pt-BR" dirty="0"/>
            </a:br>
            <a:r>
              <a:rPr lang="pt-BR" dirty="0"/>
              <a:t>185. O Messias curaria o cego [Isaías 42:7, Mateus 9:27-30].</a:t>
            </a:r>
            <a:br>
              <a:rPr lang="pt-BR" dirty="0"/>
            </a:br>
            <a:r>
              <a:rPr lang="pt-BR" dirty="0"/>
              <a:t>186. O Messias seria oriundo da eternidade [Isaías 48:16a, João 1:1-2].</a:t>
            </a:r>
            <a:br>
              <a:rPr lang="pt-BR" dirty="0"/>
            </a:br>
            <a:r>
              <a:rPr lang="pt-BR" dirty="0"/>
              <a:t>187. O Messias seria enviado por Deus [Isaías 48:16b, João 7:29].</a:t>
            </a:r>
            <a:br>
              <a:rPr lang="pt-BR" dirty="0"/>
            </a:br>
            <a:r>
              <a:rPr lang="pt-BR" dirty="0"/>
              <a:t>188. O Messias viria para todos os povos [Isaías 49:1a, 1 Timóteo 2:4-6].</a:t>
            </a:r>
            <a:br>
              <a:rPr lang="pt-BR" dirty="0"/>
            </a:br>
            <a:r>
              <a:rPr lang="pt-BR" dirty="0"/>
              <a:t>189. O Messias seria chamado para o serviço de Deus desde o ventre [Isaías 49:1b, Mateus 1:20-21].</a:t>
            </a:r>
            <a:br>
              <a:rPr lang="pt-BR" dirty="0"/>
            </a:br>
            <a:r>
              <a:rPr lang="pt-BR" dirty="0"/>
              <a:t>190. O Messias seria chamado pelo seu nome antes de nascer [Isaías 49:1c, Lucas 1:30-31].</a:t>
            </a:r>
            <a:br>
              <a:rPr lang="pt-BR" dirty="0"/>
            </a:br>
            <a:r>
              <a:rPr lang="pt-BR" dirty="0"/>
              <a:t>191. As palavras do Messias seriam como uma espada aguda [Isaías 49:2a, Apocalipse 2:12-16].</a:t>
            </a:r>
            <a:br>
              <a:rPr lang="pt-BR" dirty="0"/>
            </a:br>
            <a:r>
              <a:rPr lang="pt-BR" dirty="0"/>
              <a:t>192. O Messias seria protegido por Deus [Isaías 49:2b, Mateus 2:13-15].</a:t>
            </a:r>
            <a:br>
              <a:rPr lang="pt-BR" dirty="0"/>
            </a:br>
            <a:r>
              <a:rPr lang="pt-BR" dirty="0"/>
              <a:t>193. O Messias seria responsável pelo juízo da humanidade [Isaías 49:2c, João 5:22-29].</a:t>
            </a:r>
            <a:br>
              <a:rPr lang="pt-BR" dirty="0"/>
            </a:br>
            <a:r>
              <a:rPr lang="pt-BR" dirty="0"/>
              <a:t>194. O Messias seria o servo de Deus [Isaías 49:3a, João 17:4].</a:t>
            </a:r>
            <a:br>
              <a:rPr lang="pt-BR" dirty="0"/>
            </a:br>
            <a:r>
              <a:rPr lang="pt-BR" dirty="0"/>
              <a:t>195. A obra do Messias glorificaria a Deus [Isaías 49:3b, Mateus 15:30-31].</a:t>
            </a:r>
            <a:br>
              <a:rPr lang="pt-BR" dirty="0"/>
            </a:br>
            <a:r>
              <a:rPr lang="pt-BR" dirty="0"/>
              <a:t>196. O Messias seria afligido pela incredulidade de Israel [Isaías 49:4, Lucas 19:41-42].</a:t>
            </a:r>
            <a:br>
              <a:rPr lang="pt-BR" dirty="0"/>
            </a:br>
            <a:r>
              <a:rPr lang="pt-BR" dirty="0"/>
              <a:t>197. O Messias seria o servo de Deus [Isaías 49:5a, João 6:38].</a:t>
            </a:r>
            <a:br>
              <a:rPr lang="pt-BR" dirty="0"/>
            </a:br>
            <a:r>
              <a:rPr lang="pt-BR" dirty="0"/>
              <a:t>198. O Messias viria para trazer Israel de volta para Deus [Isaías 49:5b, Mateus 15:24</a:t>
            </a:r>
            <a:r>
              <a:rPr lang="pt-BR" dirty="0" smtClean="0"/>
              <a:t>].</a:t>
            </a:r>
          </a:p>
          <a:p>
            <a:r>
              <a:rPr lang="pt-BR" dirty="0"/>
              <a:t>199. O Messias seria o servo de Deus [Isaías 49:6a, João 12:49-50].</a:t>
            </a:r>
            <a:br>
              <a:rPr lang="pt-BR" dirty="0"/>
            </a:br>
            <a:r>
              <a:rPr lang="pt-BR" dirty="0"/>
              <a:t>200. O Messias seria uma luz para os Gentios [Isaías 49:6b, Atos 13:47-48].</a:t>
            </a:r>
            <a:br>
              <a:rPr lang="pt-BR" dirty="0"/>
            </a:br>
            <a:r>
              <a:rPr lang="pt-BR" dirty="0"/>
              <a:t>201. O Messias seria desprezado [Isaías 49:7, João 10:20].</a:t>
            </a:r>
            <a:br>
              <a:rPr lang="pt-BR" dirty="0"/>
            </a:br>
            <a:r>
              <a:rPr lang="pt-BR" dirty="0"/>
              <a:t>202. O Messias falaria com sabedoria dada a ele por Deus [Isaías 50:4, João 12:49].</a:t>
            </a:r>
            <a:br>
              <a:rPr lang="pt-BR" dirty="0"/>
            </a:br>
            <a:r>
              <a:rPr lang="pt-BR" dirty="0"/>
              <a:t>203. O Messias não seria rebelde à vontade de Deus [Isaías 50:5, João 12:27].</a:t>
            </a:r>
            <a:br>
              <a:rPr lang="pt-BR" dirty="0"/>
            </a:br>
            <a:r>
              <a:rPr lang="pt-BR" dirty="0"/>
              <a:t>204. As costas do Messias seria açoitada [Isaías 50:6a, Mateus 27:26].</a:t>
            </a:r>
            <a:br>
              <a:rPr lang="pt-BR" dirty="0"/>
            </a:br>
            <a:r>
              <a:rPr lang="pt-BR" dirty="0"/>
              <a:t>205. O Messias teria a sua face esbofeteada e cuspida [Isaías 50:6b, Mateus 26:67].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ulheres-nuve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0" y="0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206. O Messias direcionaria firmemente sua face para a sua missão [Isaías 50:7, Lucas 9:51-53].</a:t>
            </a:r>
            <a:br>
              <a:rPr lang="pt-BR" dirty="0" smtClean="0"/>
            </a:br>
            <a:r>
              <a:rPr lang="pt-BR" dirty="0" smtClean="0"/>
              <a:t>207. O Messias seria justificado pela sua retidão [Isaías 50:8, 1 Timóteo 3:16].</a:t>
            </a:r>
            <a:br>
              <a:rPr lang="pt-BR" dirty="0" smtClean="0"/>
            </a:br>
            <a:r>
              <a:rPr lang="pt-BR" dirty="0" smtClean="0"/>
              <a:t>208. O Messias colocaria a sua confiança em Deus [Isaías 50:8-10, João 11:7-10].</a:t>
            </a:r>
            <a:br>
              <a:rPr lang="pt-BR" dirty="0" smtClean="0"/>
            </a:br>
            <a:r>
              <a:rPr lang="pt-BR" dirty="0" smtClean="0"/>
              <a:t>209. O Messias seria o servo de Deus [Isaías 52:13a, João 9:4].</a:t>
            </a:r>
            <a:br>
              <a:rPr lang="pt-BR" dirty="0" smtClean="0"/>
            </a:br>
            <a:r>
              <a:rPr lang="pt-BR" dirty="0"/>
              <a:t> 210. O Messias seria grandemente exaltado [Isaías 52:13b, </a:t>
            </a:r>
            <a:r>
              <a:rPr lang="pt-BR" dirty="0" err="1"/>
              <a:t>Filipenses</a:t>
            </a:r>
            <a:r>
              <a:rPr lang="pt-BR" dirty="0"/>
              <a:t> 2:9-11].</a:t>
            </a:r>
            <a:br>
              <a:rPr lang="pt-BR" dirty="0"/>
            </a:br>
            <a:r>
              <a:rPr lang="pt-BR" dirty="0"/>
              <a:t>211. A face do Messias seria desfigurada por meio de batidas violentas [Isaías 52:14, Mateus 26:67-68].</a:t>
            </a:r>
            <a:br>
              <a:rPr lang="pt-BR" dirty="0"/>
            </a:br>
            <a:r>
              <a:rPr lang="pt-BR" dirty="0"/>
              <a:t>212. O sangue do Messias seria derramado para fazer expiação por todos os pecados [Isaías 52:15, Apocalipse 1:5].</a:t>
            </a:r>
            <a:br>
              <a:rPr lang="pt-BR" dirty="0"/>
            </a:br>
            <a:r>
              <a:rPr lang="pt-BR" dirty="0"/>
              <a:t>213. O povo do Messias não creria que ele fosse o Cristo [Isaías 53:1, João 12:37-38].</a:t>
            </a:r>
            <a:br>
              <a:rPr lang="pt-BR" dirty="0"/>
            </a:br>
            <a:r>
              <a:rPr lang="pt-BR" dirty="0"/>
              <a:t>214. O Messias cresceria em Nazaré [Isaías 53:2a, Mateus 2:21-23].</a:t>
            </a:r>
            <a:br>
              <a:rPr lang="pt-BR" dirty="0"/>
            </a:br>
            <a:r>
              <a:rPr lang="pt-BR" dirty="0"/>
              <a:t>215. O Messias teria a aparência de um homem ordinário [Isaías 53:2b, </a:t>
            </a:r>
            <a:r>
              <a:rPr lang="pt-BR" dirty="0" err="1"/>
              <a:t>Filipenses</a:t>
            </a:r>
            <a:r>
              <a:rPr lang="pt-BR" dirty="0"/>
              <a:t> 2:7-8].</a:t>
            </a:r>
            <a:br>
              <a:rPr lang="pt-BR" dirty="0"/>
            </a:br>
            <a:r>
              <a:rPr lang="pt-BR" dirty="0"/>
              <a:t>216. O Messias seria desprezado [Isaías 53:3a, Lucas 4:28-29].</a:t>
            </a:r>
            <a:br>
              <a:rPr lang="pt-BR" dirty="0"/>
            </a:br>
            <a:r>
              <a:rPr lang="pt-BR" dirty="0"/>
              <a:t>217. O Messias seria rejeitado [Isaías 53:3b, Mateus 27:21-23].</a:t>
            </a:r>
            <a:br>
              <a:rPr lang="pt-BR" dirty="0"/>
            </a:br>
            <a:r>
              <a:rPr lang="pt-BR" dirty="0"/>
              <a:t>218. O Messias possuiria grande dor e tristeza [Isaías 53:3c, Lucas 19:41-42].</a:t>
            </a:r>
            <a:br>
              <a:rPr lang="pt-BR" dirty="0"/>
            </a:br>
            <a:r>
              <a:rPr lang="pt-BR" dirty="0"/>
              <a:t>219. Homens evitariam associações com o Messias [Isaías 53:3d, Marcos 14:50-52].</a:t>
            </a:r>
            <a:br>
              <a:rPr lang="pt-BR" dirty="0"/>
            </a:br>
            <a:r>
              <a:rPr lang="pt-BR" dirty="0"/>
              <a:t>220. O Messias teria um ministério de cura [Isaías 53:4a, Lucas 6:17-19].</a:t>
            </a:r>
            <a:br>
              <a:rPr lang="pt-BR" dirty="0"/>
            </a:br>
            <a:r>
              <a:rPr lang="pt-BR" dirty="0"/>
              <a:t>221. O Messias carregaria e suportaria sobre si os pecados do mundo [Isaías 53:4b, 1 Pedro 2:24].</a:t>
            </a:r>
            <a:br>
              <a:rPr lang="pt-BR" dirty="0"/>
            </a:br>
            <a:r>
              <a:rPr lang="pt-BR" dirty="0"/>
              <a:t>222. Pensariam que o Messias tivesse sido amaldiçoado por Deus [Isaías 53:4c, Mateus 27:41-43].</a:t>
            </a:r>
            <a:br>
              <a:rPr lang="pt-BR" dirty="0"/>
            </a:br>
            <a:r>
              <a:rPr lang="pt-BR" dirty="0"/>
              <a:t>223. O Messias suportaria a punição pelos pecados da humanidade [Isaías 53:5a, Lucas 23:33].</a:t>
            </a:r>
            <a:br>
              <a:rPr lang="pt-BR" dirty="0"/>
            </a:br>
            <a:r>
              <a:rPr lang="pt-BR" dirty="0"/>
              <a:t>224. O sacrifício do Messias proveria paz entre Deus e o homem [Isaías 53:5b, </a:t>
            </a:r>
            <a:r>
              <a:rPr lang="pt-BR" dirty="0" err="1"/>
              <a:t>Colossenses</a:t>
            </a:r>
            <a:r>
              <a:rPr lang="pt-BR" dirty="0"/>
              <a:t> 1:20].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ulheres-nuve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0" y="0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225. As costas do Messias seria açoitada [Isaías 53:5c, Mateus 27:26].</a:t>
            </a:r>
            <a:br>
              <a:rPr lang="pt-BR" dirty="0" smtClean="0"/>
            </a:br>
            <a:r>
              <a:rPr lang="pt-BR" dirty="0" smtClean="0"/>
              <a:t>226. O Messias seria, para toda a humanidade, o “</a:t>
            </a:r>
            <a:r>
              <a:rPr lang="pt-BR" dirty="0" err="1" smtClean="0"/>
              <a:t>carregador-dos-pecados</a:t>
            </a:r>
            <a:r>
              <a:rPr lang="pt-BR" dirty="0" smtClean="0"/>
              <a:t>” [Isaías 53:6, Gálatas 1:4].</a:t>
            </a:r>
            <a:br>
              <a:rPr lang="pt-BR" dirty="0" smtClean="0"/>
            </a:br>
            <a:r>
              <a:rPr lang="pt-BR" dirty="0" smtClean="0"/>
              <a:t>227. O Messias seria oprimido e afligido [Isaías 53:7a, Mateus 27:27-31].</a:t>
            </a:r>
            <a:br>
              <a:rPr lang="pt-BR" dirty="0" smtClean="0"/>
            </a:br>
            <a:r>
              <a:rPr lang="pt-BR" dirty="0" smtClean="0"/>
              <a:t>228. O Messias estaria calado perante seus acusadores [Isaías 53:7b, Mateus 27:12-14].</a:t>
            </a:r>
            <a:br>
              <a:rPr lang="pt-BR" dirty="0" smtClean="0"/>
            </a:br>
            <a:r>
              <a:rPr lang="pt-BR" dirty="0" smtClean="0"/>
              <a:t>229. O Messias seria como um cordeiro de sacrifício [Isaías 53:7c, João 1:29].</a:t>
            </a:r>
            <a:br>
              <a:rPr lang="pt-BR" dirty="0" smtClean="0"/>
            </a:br>
            <a:r>
              <a:rPr lang="pt-BR" dirty="0" smtClean="0"/>
              <a:t>230. O Messias seria preso e atormentado [Isaías 53:8a, Mateus 26:47-27:31].</a:t>
            </a:r>
            <a:br>
              <a:rPr lang="pt-BR" dirty="0" smtClean="0"/>
            </a:br>
            <a:r>
              <a:rPr lang="pt-BR" dirty="0" smtClean="0"/>
              <a:t>231. O Messias seria julgado [Isaías 53:8b, João 18:13-22].</a:t>
            </a:r>
            <a:br>
              <a:rPr lang="pt-BR" dirty="0" smtClean="0"/>
            </a:br>
            <a:r>
              <a:rPr lang="pt-BR" dirty="0" smtClean="0"/>
              <a:t>232. O Messias seria morto [Isaías 53:8c, Mateus 27:35].</a:t>
            </a:r>
            <a:br>
              <a:rPr lang="pt-BR" dirty="0" smtClean="0"/>
            </a:br>
            <a:r>
              <a:rPr lang="pt-BR" dirty="0" smtClean="0"/>
              <a:t>233. O Messias morreria pelos pecados do mundo [Isaías 53:8d, 1 João 2:2].</a:t>
            </a:r>
            <a:br>
              <a:rPr lang="pt-BR" dirty="0" smtClean="0"/>
            </a:br>
            <a:r>
              <a:rPr lang="pt-BR" dirty="0" smtClean="0"/>
              <a:t>234. O Messias seria sepultado no túmulo de um rico [Isaías 53:9a, Mateus 27:57].</a:t>
            </a:r>
            <a:br>
              <a:rPr lang="pt-BR" dirty="0" smtClean="0"/>
            </a:br>
            <a:r>
              <a:rPr lang="pt-BR" dirty="0" smtClean="0"/>
              <a:t>235. O Messias seria inocente e não cometeria injúria [Isaías 53:9b, Marcos 15:3].</a:t>
            </a:r>
          </a:p>
          <a:p>
            <a:r>
              <a:rPr lang="pt-BR" dirty="0"/>
              <a:t>236. O Messias não possuiria engano em sua boca [Isaías 53:9c, João 18:38].</a:t>
            </a:r>
            <a:br>
              <a:rPr lang="pt-BR" dirty="0"/>
            </a:br>
            <a:r>
              <a:rPr lang="pt-BR" dirty="0"/>
              <a:t>237. Era a vontade de Deus que o Messias morresse por toda a humanidade [Isaías 53:10a, João 18:11].</a:t>
            </a:r>
            <a:br>
              <a:rPr lang="pt-BR" dirty="0"/>
            </a:br>
            <a:r>
              <a:rPr lang="pt-BR" dirty="0"/>
              <a:t>238. O Messias seria uma oferta pelo pecado [Isaías 53:10b, Mateus 20:28].</a:t>
            </a:r>
            <a:br>
              <a:rPr lang="pt-BR" dirty="0"/>
            </a:br>
            <a:r>
              <a:rPr lang="pt-BR" dirty="0"/>
              <a:t>239. O Messias ressuscitaria e viveria para sempre [Isaías 53:10c, Marcos 16:16].</a:t>
            </a:r>
            <a:br>
              <a:rPr lang="pt-BR" dirty="0"/>
            </a:br>
            <a:r>
              <a:rPr lang="pt-BR" dirty="0"/>
              <a:t>240. O Messias prosperaria [Isaías 53:10d, João 17:1-5].</a:t>
            </a:r>
            <a:br>
              <a:rPr lang="pt-BR" dirty="0"/>
            </a:br>
            <a:r>
              <a:rPr lang="pt-BR" dirty="0"/>
              <a:t>241.Deus ficaria plenamente satisfeito com o sofrimento do Messias [Isaías 53:11a, João 12:27].</a:t>
            </a:r>
            <a:br>
              <a:rPr lang="pt-BR" dirty="0"/>
            </a:br>
            <a:r>
              <a:rPr lang="pt-BR" dirty="0"/>
              <a:t>242. O Messias seria o servo de Deus [Isaías 53:11b, Romanos 5:18-19].</a:t>
            </a:r>
            <a:br>
              <a:rPr lang="pt-BR" dirty="0"/>
            </a:br>
            <a:r>
              <a:rPr lang="pt-BR" dirty="0"/>
              <a:t>243. O Messias justificaria o homem perante Deus [Isaías 53:11c, Romanos 5:8-9].</a:t>
            </a:r>
            <a:br>
              <a:rPr lang="pt-BR" dirty="0"/>
            </a:br>
            <a:r>
              <a:rPr lang="pt-BR" dirty="0"/>
              <a:t>244. O Messias seria, para toda a humanidade, o “</a:t>
            </a:r>
            <a:r>
              <a:rPr lang="pt-BR" dirty="0" err="1"/>
              <a:t>carregador-dos-pecados</a:t>
            </a:r>
            <a:r>
              <a:rPr lang="pt-BR" dirty="0"/>
              <a:t>” [Isaías 53:11d, Hebreus 9:28].</a:t>
            </a:r>
            <a:br>
              <a:rPr lang="pt-BR" dirty="0"/>
            </a:br>
            <a:r>
              <a:rPr lang="pt-BR" dirty="0"/>
              <a:t>245. Por causa do seu sacrifício, o Messias seria grandemente exaltado por Deus [Isaías 53:12a, Mateus 28:18].</a:t>
            </a:r>
            <a:br>
              <a:rPr lang="pt-BR" dirty="0"/>
            </a:br>
            <a:endParaRPr lang="pt-BR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ulheres-nuve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0" y="0"/>
            <a:ext cx="9144000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246. O Messias entregaria a sua vida para salvar a humanidade [Isaías 53:12b, Lucas 23:46].</a:t>
            </a:r>
            <a:br>
              <a:rPr lang="pt-BR" dirty="0" smtClean="0"/>
            </a:br>
            <a:r>
              <a:rPr lang="pt-BR" dirty="0" smtClean="0"/>
              <a:t>247. O Messias seria ajuntado com os malfeitores [Isaías 53:12c, Lucas 23:32].</a:t>
            </a:r>
            <a:br>
              <a:rPr lang="pt-BR" dirty="0" smtClean="0"/>
            </a:br>
            <a:r>
              <a:rPr lang="pt-BR" dirty="0" smtClean="0"/>
              <a:t>248. O Messias seria, para toda a humanidade, o “</a:t>
            </a:r>
            <a:r>
              <a:rPr lang="pt-BR" dirty="0" err="1" smtClean="0"/>
              <a:t>carregador-dos-pecados</a:t>
            </a:r>
            <a:r>
              <a:rPr lang="pt-BR" dirty="0" smtClean="0"/>
              <a:t>” [Isaías 53:12d, 2 Coríntios 5:21].</a:t>
            </a:r>
            <a:br>
              <a:rPr lang="pt-BR" dirty="0" smtClean="0"/>
            </a:br>
            <a:r>
              <a:rPr lang="pt-BR" dirty="0" smtClean="0"/>
              <a:t>249. O Messias intercederia a Deus em favor da humanidade [Isaías 53:12e, Lucas 23:34].</a:t>
            </a:r>
            <a:br>
              <a:rPr lang="pt-BR" dirty="0" smtClean="0"/>
            </a:br>
            <a:r>
              <a:rPr lang="pt-BR" dirty="0" smtClean="0"/>
              <a:t>250. O Messias seria ressuscitado por Deus [Isaías 55:3, Atos 13:34].</a:t>
            </a:r>
            <a:br>
              <a:rPr lang="pt-BR" dirty="0" smtClean="0"/>
            </a:br>
            <a:r>
              <a:rPr lang="pt-BR" dirty="0" smtClean="0"/>
              <a:t>251. O Messias seria uma testemunha [Isaías 55:4, João 18:37].</a:t>
            </a:r>
            <a:br>
              <a:rPr lang="pt-BR" dirty="0" smtClean="0"/>
            </a:br>
            <a:r>
              <a:rPr lang="pt-BR" dirty="0" smtClean="0"/>
              <a:t>252. O Messias viria para prover salvação [Isaías 59:15-16a, João 6:40].</a:t>
            </a:r>
            <a:br>
              <a:rPr lang="pt-BR" dirty="0" smtClean="0"/>
            </a:br>
            <a:r>
              <a:rPr lang="pt-BR" dirty="0" smtClean="0"/>
              <a:t>253. O Messias seria o intercessor entre Deus e o homem [Isaías 59:15-16b, Mateus 10:32-33].</a:t>
            </a:r>
            <a:br>
              <a:rPr lang="pt-BR" dirty="0" smtClean="0"/>
            </a:br>
            <a:r>
              <a:rPr lang="pt-BR" dirty="0" smtClean="0"/>
              <a:t>254. O Messias viria a Sião como o seu Redentor [Isaías 59:20, Lucas 2:38].</a:t>
            </a:r>
            <a:br>
              <a:rPr lang="pt-BR" dirty="0" smtClean="0"/>
            </a:br>
            <a:r>
              <a:rPr lang="pt-BR" dirty="0" smtClean="0"/>
              <a:t>255. O Messias teria o Espírito de Deus sobre ele [Isaías 61:1, Mateus 3:16-17].</a:t>
            </a:r>
            <a:br>
              <a:rPr lang="pt-BR" dirty="0" smtClean="0"/>
            </a:br>
            <a:r>
              <a:rPr lang="pt-BR" dirty="0" smtClean="0"/>
              <a:t>256. O Messias pregaria as boas novas [Isaías 61:1-2, Lucas 4:18-21].</a:t>
            </a:r>
            <a:br>
              <a:rPr lang="pt-BR" dirty="0" smtClean="0"/>
            </a:br>
            <a:r>
              <a:rPr lang="pt-BR" dirty="0" smtClean="0"/>
              <a:t>257. O Messias viria para prover salvação [Isaías 63:5, João 3:17].</a:t>
            </a:r>
            <a:br>
              <a:rPr lang="pt-BR" dirty="0" smtClean="0"/>
            </a:br>
            <a:r>
              <a:rPr lang="pt-BR" dirty="0" smtClean="0"/>
              <a:t>258. O Messias seria achado por um povo que não o buscava [Isaías 65:1, Mateus 15:22-28].</a:t>
            </a:r>
            <a:br>
              <a:rPr lang="pt-BR" dirty="0" smtClean="0"/>
            </a:br>
            <a:r>
              <a:rPr lang="pt-BR" dirty="0" smtClean="0"/>
              <a:t>259. O Messias seria rejeitado por Israel [Isaías 65:2, João 5:37-40].</a:t>
            </a:r>
          </a:p>
          <a:p>
            <a:r>
              <a:rPr lang="pt-BR" dirty="0"/>
              <a:t>Jeremias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>260. O Messias seria descendente de Davi [Jeremias 23:5, Lucas 3:23-31].</a:t>
            </a:r>
            <a:br>
              <a:rPr lang="pt-BR" dirty="0"/>
            </a:br>
            <a:r>
              <a:rPr lang="pt-BR" dirty="0"/>
              <a:t>261. O Messias seria Senhor [Jeremias 23:6, João 13:13].</a:t>
            </a:r>
            <a:br>
              <a:rPr lang="pt-BR" dirty="0"/>
            </a:br>
            <a:r>
              <a:rPr lang="pt-BR" dirty="0"/>
              <a:t>262. Crianças morreriam durante uma tentativa de matar o Messias [Jeremias 31:15, Mateus 2:16].</a:t>
            </a:r>
            <a:br>
              <a:rPr lang="pt-BR" dirty="0"/>
            </a:br>
            <a:r>
              <a:rPr lang="pt-BR" dirty="0"/>
              <a:t>263. O Messias nasceria de uma virgem [Jeremias 31:22, Mateus 1:18-20].</a:t>
            </a:r>
            <a:br>
              <a:rPr lang="pt-BR" dirty="0"/>
            </a:br>
            <a:r>
              <a:rPr lang="pt-BR" dirty="0"/>
              <a:t>264. O Messias seria a nova aliança [Jeremias 31:31, Mateus 26:28].</a:t>
            </a:r>
            <a:br>
              <a:rPr lang="pt-BR" dirty="0"/>
            </a:br>
            <a:r>
              <a:rPr lang="pt-BR" dirty="0"/>
              <a:t>265. O Messias seria descendente de Davi [Jeremias 33:14-15, Lucas 3:23-31].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ulheres-nuve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6770" y="-11617"/>
            <a:ext cx="9131832" cy="6869617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0" y="0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Lamentações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266. O Messias seria golpeado na face [Lamentações 3:30, João 18:22].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Ezequiel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267. O Messias seria descendente de Davi [Ezequiel 17:22-24, Lucas 3:23-31].</a:t>
            </a:r>
            <a:br>
              <a:rPr lang="pt-BR" dirty="0" smtClean="0"/>
            </a:br>
            <a:r>
              <a:rPr lang="pt-BR" dirty="0" smtClean="0"/>
              <a:t>268. O Messias seria descendente de Davi [Ezequiel 34:23-24, Mateus 1:1].</a:t>
            </a:r>
          </a:p>
          <a:p>
            <a:r>
              <a:rPr lang="pt-BR" dirty="0"/>
              <a:t>Daniel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>269. O Messias ascenderia ao céu [Daniel 7:13-14a, Atos 1:9-11].</a:t>
            </a:r>
            <a:br>
              <a:rPr lang="pt-BR" dirty="0"/>
            </a:br>
            <a:r>
              <a:rPr lang="pt-BR" dirty="0"/>
              <a:t>270. O Messias seria altamente exaltado [Daniel 7:13-14b, Efésios 1:20-22].</a:t>
            </a:r>
            <a:br>
              <a:rPr lang="pt-BR" dirty="0"/>
            </a:br>
            <a:r>
              <a:rPr lang="pt-BR" dirty="0"/>
              <a:t>271. O domínio do Messias seria eterno [Daniel 7:13-14c, Lucas 1:31-33].</a:t>
            </a:r>
            <a:br>
              <a:rPr lang="pt-BR" dirty="0"/>
            </a:br>
            <a:r>
              <a:rPr lang="pt-BR" dirty="0"/>
              <a:t>272. O Messias viria para dar fim aos pecados [Daniel 9:24a, Gálatas 1:3-5].</a:t>
            </a:r>
            <a:br>
              <a:rPr lang="pt-BR" dirty="0"/>
            </a:br>
            <a:r>
              <a:rPr lang="pt-BR" dirty="0"/>
              <a:t>273. O Messias seria santo [Daniel 9:24b, Lucas 1:35].</a:t>
            </a:r>
            <a:br>
              <a:rPr lang="pt-BR" dirty="0"/>
            </a:br>
            <a:r>
              <a:rPr lang="pt-BR" dirty="0"/>
              <a:t>274. O Messias seria anunciado ao seu povo 483 anos após o dia exato do decreto para a reedificação da cidade de Jerusalém [Daniel 9:25, João 12:12-13].</a:t>
            </a:r>
            <a:br>
              <a:rPr lang="pt-BR" dirty="0"/>
            </a:br>
            <a:r>
              <a:rPr lang="pt-BR" dirty="0"/>
              <a:t>275. O Messias seria morto [Daniel 9:26a, Mateus 27:35].</a:t>
            </a:r>
            <a:br>
              <a:rPr lang="pt-BR" dirty="0"/>
            </a:br>
            <a:r>
              <a:rPr lang="pt-BR" dirty="0"/>
              <a:t>276. O Messias morreria pelos pecados do mundo [Daniel 9:26b, Hebreus 2:9].</a:t>
            </a:r>
            <a:br>
              <a:rPr lang="pt-BR" dirty="0"/>
            </a:br>
            <a:r>
              <a:rPr lang="pt-BR" dirty="0"/>
              <a:t>277. O Messias seria morto antes da destruição do templo [Daniel 9:26c, Mateus 27:50-51].</a:t>
            </a:r>
            <a:br>
              <a:rPr lang="pt-BR" dirty="0"/>
            </a:br>
            <a:r>
              <a:rPr lang="pt-BR" dirty="0"/>
              <a:t>278. Uma visão do Messias em estado glorificado [Daniel 10:5-6, Apocalipse 1:13-16].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Mulheres-nuve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0" y="0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Oséias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279. O Messias seria o Filho de Deus [Oséias 11:1a, Mateus 2:13-15].</a:t>
            </a:r>
            <a:br>
              <a:rPr lang="pt-BR" dirty="0" smtClean="0"/>
            </a:br>
            <a:r>
              <a:rPr lang="pt-BR" dirty="0" smtClean="0"/>
              <a:t>280. O Messias seria chamado do Egito [Oséias 11:1b, Mateus 2:13-15].</a:t>
            </a:r>
            <a:br>
              <a:rPr lang="pt-BR" dirty="0" smtClean="0"/>
            </a:br>
            <a:r>
              <a:rPr lang="pt-BR" dirty="0" smtClean="0"/>
              <a:t>281. O Messias venceria a morte [Oséias 13:14, 1 Coríntios 15:55-57].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Joel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282. O Messias ofereceria a salvação para todos [Joel 2:32, Romanos 10:12-13].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 </a:t>
            </a:r>
          </a:p>
          <a:p>
            <a:r>
              <a:rPr lang="pt-BR" dirty="0" smtClean="0"/>
              <a:t>Amós	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283. Deus faria com que o céu se escurecesse ao meio-dia [Amós 8:9, Mateus 27:45-46]</a:t>
            </a:r>
          </a:p>
          <a:p>
            <a:r>
              <a:rPr lang="pt-BR" dirty="0"/>
              <a:t>Miquéias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>284. O Messias nasceria em Belém [Miquéias 5:2a, Mateus 2:1-2].</a:t>
            </a:r>
            <a:br>
              <a:rPr lang="pt-BR" dirty="0"/>
            </a:br>
            <a:r>
              <a:rPr lang="pt-BR" dirty="0"/>
              <a:t>285. O Messias seria o servo de Deus [Miquéias 5:2b, João 15:10].</a:t>
            </a:r>
            <a:br>
              <a:rPr lang="pt-BR" dirty="0"/>
            </a:br>
            <a:r>
              <a:rPr lang="pt-BR" dirty="0"/>
              <a:t>286. O Messias seria oriundo da eternidade [Miquéias 5:2c, Apocalipse 1:8].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>Ageu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>287. O Messias visitaria o Segundo Templo [Ageu 2:6-9, Lucas 2:27-32].</a:t>
            </a:r>
            <a:br>
              <a:rPr lang="pt-BR" dirty="0"/>
            </a:br>
            <a:r>
              <a:rPr lang="pt-BR" dirty="0"/>
              <a:t>288. O Messias seria descendente de </a:t>
            </a:r>
            <a:r>
              <a:rPr lang="pt-BR" dirty="0" err="1"/>
              <a:t>Zorobabel</a:t>
            </a:r>
            <a:r>
              <a:rPr lang="pt-BR" dirty="0"/>
              <a:t> [Ageu 2:23, Lucas 3:23-27].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ulheres-nuve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6770" y="0"/>
            <a:ext cx="9112892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0" y="0"/>
            <a:ext cx="9144000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Zacarias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289. O Messias seria Deus na forma de homem e habitaria entre o seu povo [Zacarias 2:10-11a, João 1:14].</a:t>
            </a:r>
            <a:br>
              <a:rPr lang="pt-BR" dirty="0" smtClean="0"/>
            </a:br>
            <a:r>
              <a:rPr lang="pt-BR" dirty="0" smtClean="0"/>
              <a:t>290. O Messias seria enviado por Deus [Zacarias 2:10-11b, João 8:18-19].</a:t>
            </a:r>
          </a:p>
          <a:p>
            <a:r>
              <a:rPr lang="pt-BR" dirty="0"/>
              <a:t>291. O Messias seria descendente de </a:t>
            </a:r>
            <a:r>
              <a:rPr lang="pt-BR" dirty="0" err="1"/>
              <a:t>Zorobabel</a:t>
            </a:r>
            <a:r>
              <a:rPr lang="pt-BR" dirty="0"/>
              <a:t> [Zacarias 3:8a, Lucas 3:23-27].</a:t>
            </a:r>
            <a:br>
              <a:rPr lang="pt-BR" dirty="0"/>
            </a:br>
            <a:r>
              <a:rPr lang="pt-BR" dirty="0"/>
              <a:t>292. O Messias seria o servo de Deus [Zacarias 3:8b, João 17:4].</a:t>
            </a:r>
            <a:br>
              <a:rPr lang="pt-BR" dirty="0"/>
            </a:br>
            <a:r>
              <a:rPr lang="pt-BR" dirty="0"/>
              <a:t>293. O Messias seria Sacerdote e Rei [Zacarias 6:12-13, Hebreus 8:1].</a:t>
            </a:r>
            <a:br>
              <a:rPr lang="pt-BR" dirty="0"/>
            </a:br>
            <a:r>
              <a:rPr lang="pt-BR" dirty="0"/>
              <a:t>294. O Messias seria recebido com alegria em Jerusalém [Zacarias 9:9a, Mateus 21:8-10].</a:t>
            </a:r>
            <a:br>
              <a:rPr lang="pt-BR" dirty="0"/>
            </a:br>
            <a:r>
              <a:rPr lang="pt-BR" dirty="0"/>
              <a:t>295. O Messias seria visto como Rei [Zacarias 9:9b, João 12:12-13].</a:t>
            </a:r>
            <a:br>
              <a:rPr lang="pt-BR" dirty="0"/>
            </a:br>
            <a:r>
              <a:rPr lang="pt-BR" dirty="0"/>
              <a:t>296. O Messias seria justo [Zacarias 9:9c, João 5:30].</a:t>
            </a:r>
            <a:br>
              <a:rPr lang="pt-BR" dirty="0"/>
            </a:br>
            <a:r>
              <a:rPr lang="pt-BR" dirty="0"/>
              <a:t>297. O Messias traria salvação [Zacarias 9:9d, Lucas 19:10].</a:t>
            </a:r>
            <a:br>
              <a:rPr lang="pt-BR" dirty="0"/>
            </a:br>
            <a:r>
              <a:rPr lang="pt-BR" dirty="0"/>
              <a:t>298. O Messias seria humilde [Zacarias 9:9e, Mateus 11:29].</a:t>
            </a:r>
            <a:br>
              <a:rPr lang="pt-BR" dirty="0"/>
            </a:br>
            <a:r>
              <a:rPr lang="pt-BR" dirty="0"/>
              <a:t>299. O Messias seria apresentado a Jerusalém montado num jumento [Zacarias 9:9f, Mateus 21:6-9].</a:t>
            </a:r>
            <a:br>
              <a:rPr lang="pt-BR" dirty="0"/>
            </a:br>
            <a:r>
              <a:rPr lang="pt-BR" dirty="0"/>
              <a:t>300. O Messias seria a pedra de esquina [Zacarias 10:4, Efésios 2:20].</a:t>
            </a:r>
            <a:br>
              <a:rPr lang="pt-BR" dirty="0"/>
            </a:br>
            <a:r>
              <a:rPr lang="pt-BR" dirty="0"/>
              <a:t>301. A rejeição do Messias faria com que Deus removesse Sua proteção sobre Israel [Zacarias 11:10, Lucas 19:41-44].</a:t>
            </a:r>
            <a:br>
              <a:rPr lang="pt-BR" dirty="0"/>
            </a:br>
            <a:r>
              <a:rPr lang="pt-BR" dirty="0"/>
              <a:t>302. O Messias seria traído por trinta moedas de prata [Zacarias 11:12, Mateus 26:14-15].</a:t>
            </a:r>
            <a:br>
              <a:rPr lang="pt-BR" dirty="0"/>
            </a:br>
            <a:r>
              <a:rPr lang="pt-BR" dirty="0"/>
              <a:t>303. Trinta moedas de prata seriam lançadas na casa do Senhor [Zacarias 11:13a, Mateus 27:3-5].</a:t>
            </a:r>
            <a:br>
              <a:rPr lang="pt-BR" dirty="0"/>
            </a:br>
            <a:r>
              <a:rPr lang="pt-BR" dirty="0"/>
              <a:t>304. Trinta moedas de prata seriam usadas para comprar o campo do oleiro [Zacarias 11:13b, Mateus 27:6-7].</a:t>
            </a:r>
            <a:br>
              <a:rPr lang="pt-BR" dirty="0"/>
            </a:br>
            <a:r>
              <a:rPr lang="pt-BR" dirty="0"/>
              <a:t>305. O corpo do Messias seria transpassado [Zacarias 12:10, João 19:34].</a:t>
            </a:r>
            <a:br>
              <a:rPr lang="pt-BR" dirty="0"/>
            </a:br>
            <a:endParaRPr lang="pt-BR" dirty="0"/>
          </a:p>
          <a:p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ulheres-nuven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6770" y="0"/>
            <a:ext cx="9150770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0" y="0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306. O Messias seria um com Deus [Zacarias 13:7a, João 14:9].</a:t>
            </a:r>
            <a:br>
              <a:rPr lang="pt-BR" dirty="0" smtClean="0"/>
            </a:br>
            <a:r>
              <a:rPr lang="pt-BR" dirty="0" smtClean="0"/>
              <a:t>307. Os discípulos do Messias se dispersariam [Zacarias 13:7b, Mateus 26:31-56].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err="1" smtClean="0"/>
              <a:t>Malaquias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308. Um mensageiro prepararia o caminho para o Messias [</a:t>
            </a:r>
            <a:r>
              <a:rPr lang="pt-BR" dirty="0" err="1" smtClean="0"/>
              <a:t>Malaquias</a:t>
            </a:r>
            <a:r>
              <a:rPr lang="pt-BR" dirty="0" smtClean="0"/>
              <a:t> 3:1a, Mateus 11:10].</a:t>
            </a:r>
            <a:br>
              <a:rPr lang="pt-BR" dirty="0" smtClean="0"/>
            </a:br>
            <a:r>
              <a:rPr lang="pt-BR" dirty="0" smtClean="0"/>
              <a:t>309. O Messias apareceria subitamente no templo [</a:t>
            </a:r>
            <a:r>
              <a:rPr lang="pt-BR" dirty="0" err="1" smtClean="0"/>
              <a:t>Malaquias</a:t>
            </a:r>
            <a:r>
              <a:rPr lang="pt-BR" dirty="0" smtClean="0"/>
              <a:t> 3:1b, Marcos 11:15-16].</a:t>
            </a:r>
            <a:br>
              <a:rPr lang="pt-BR" dirty="0" smtClean="0"/>
            </a:br>
            <a:r>
              <a:rPr lang="pt-BR" dirty="0" smtClean="0"/>
              <a:t>310. O Messias seria o mensageiro da nova aliança [</a:t>
            </a:r>
            <a:r>
              <a:rPr lang="pt-BR" dirty="0" err="1" smtClean="0"/>
              <a:t>Malaquias</a:t>
            </a:r>
            <a:r>
              <a:rPr lang="pt-BR" dirty="0" smtClean="0"/>
              <a:t> 3:1c, Lucas 4:43].</a:t>
            </a:r>
            <a:br>
              <a:rPr lang="pt-BR" dirty="0" smtClean="0"/>
            </a:br>
            <a:r>
              <a:rPr lang="pt-BR" dirty="0" smtClean="0"/>
              <a:t>311. O precursor do Messias viria no espírito de Elias [</a:t>
            </a:r>
            <a:r>
              <a:rPr lang="pt-BR" dirty="0" err="1" smtClean="0"/>
              <a:t>Malaquias</a:t>
            </a:r>
            <a:r>
              <a:rPr lang="pt-BR" dirty="0" smtClean="0"/>
              <a:t> 4:5, Mateus 3:1-2].</a:t>
            </a:r>
            <a:br>
              <a:rPr lang="pt-BR" dirty="0" smtClean="0"/>
            </a:br>
            <a:r>
              <a:rPr lang="pt-BR" dirty="0" smtClean="0"/>
              <a:t>312. O precursor do Messias converteria muitos à </a:t>
            </a:r>
            <a:r>
              <a:rPr lang="pt-BR" dirty="0" err="1" smtClean="0"/>
              <a:t>eqüidade</a:t>
            </a:r>
            <a:r>
              <a:rPr lang="pt-BR" dirty="0" smtClean="0"/>
              <a:t> [</a:t>
            </a:r>
            <a:r>
              <a:rPr lang="pt-BR" dirty="0" err="1" smtClean="0"/>
              <a:t>Malaquias</a:t>
            </a:r>
            <a:r>
              <a:rPr lang="pt-BR" dirty="0" smtClean="0"/>
              <a:t> 4:6, Lucas 1:16-17].</a:t>
            </a:r>
            <a:br>
              <a:rPr lang="pt-BR" dirty="0" smtClean="0"/>
            </a:br>
            <a:endParaRPr lang="pt-BR" dirty="0" smtClean="0"/>
          </a:p>
          <a:p>
            <a:r>
              <a:rPr lang="pt-BR" dirty="0" smtClean="0"/>
              <a:t> </a:t>
            </a:r>
            <a:endParaRPr lang="pt-BR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cromoterapia-open4group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44624"/>
            <a:ext cx="9144000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755576" y="116632"/>
            <a:ext cx="7848872" cy="156966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Qual a importância de Jesus ter cumprido todas as profecias a seu respeito?</a:t>
            </a:r>
            <a:endParaRPr lang="pt-BR" sz="32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683568" y="4440014"/>
            <a:ext cx="7704856" cy="107721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Onde encontramos a primeira profecia sobre Jesus?</a:t>
            </a:r>
            <a:endParaRPr lang="pt-BR" sz="32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755576" y="1912764"/>
            <a:ext cx="7848872" cy="230832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Deus mesmo deixou indícios, fatos para que eu pudesse ver: Jesus é o Messias. É Ele e somente Ele; e eu posso ver. Posso ver que é impossível que alguém pudesse cumprir todas essas profecias. Deus planejou a vinda de Jesus em detalhes, para que eu e você tivéssemos certeza: é Ele. 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755576" y="5858108"/>
            <a:ext cx="3024336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Gênesis 3:15</a:t>
            </a:r>
            <a:endParaRPr lang="pt-BR" sz="28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1205629754_o_ceu_e_o_seu_limit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324528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467544" y="836712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/>
              <a:t>No Velho Testamento temos ofícios, funções, pessoas que são sombras de Jesus</a:t>
            </a:r>
            <a:endParaRPr lang="pt-BR" sz="40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611560" y="4149080"/>
            <a:ext cx="72728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smtClean="0"/>
              <a:t>São pistas sobre o Messias e sua obra</a:t>
            </a:r>
            <a:endParaRPr lang="pt-BR" sz="4000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mage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2498201"/>
            <a:ext cx="9144000" cy="9356201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323528" y="908720"/>
            <a:ext cx="8604448" cy="107721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b="1" dirty="0" smtClean="0"/>
              <a:t>Vocês sabem qual foi a primeira “sombra” que vimos?</a:t>
            </a:r>
            <a:endParaRPr lang="pt-BR" sz="3200" b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395536" y="2276872"/>
            <a:ext cx="5400600" cy="70788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40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Moisés</a:t>
            </a:r>
            <a:endParaRPr lang="pt-BR" sz="40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395536" y="3356992"/>
            <a:ext cx="7848872" cy="5847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Qual era o seu ofício, função?</a:t>
            </a:r>
            <a:endParaRPr lang="pt-BR" sz="32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395536" y="4644425"/>
            <a:ext cx="4536504" cy="584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Profeta</a:t>
            </a:r>
            <a:endParaRPr lang="pt-BR" sz="32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mages (1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30869"/>
            <a:ext cx="9144000" cy="6782507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23528" y="692696"/>
            <a:ext cx="5400600" cy="5847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O que é um profeta?</a:t>
            </a:r>
            <a:endParaRPr lang="pt-BR" sz="3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251520" y="1772816"/>
            <a:ext cx="8352928" cy="156966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São pessoas chamadas por Deus para revelarem Sua mensagem às pessoas. É um mensageiro de Deus, falando em seu nome. 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251520" y="3717032"/>
            <a:ext cx="8064896" cy="107721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Jesus foi um profeta? Você sabe  pelo menos uma mensagem de Deus que ele nos revelou?</a:t>
            </a:r>
            <a:endParaRPr lang="pt-BR" sz="3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360040" y="5157192"/>
            <a:ext cx="4139952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Sim!!!!</a:t>
            </a:r>
            <a:endParaRPr lang="pt-BR" sz="28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mages (2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34244" y="0"/>
            <a:ext cx="9178244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95536" y="404664"/>
            <a:ext cx="5976664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6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O que foi a primeira Páscoa?</a:t>
            </a:r>
            <a:endParaRPr lang="pt-BR" sz="36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395536" y="1484784"/>
            <a:ext cx="8316416" cy="584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Foi a libertação da escravidão do povo de Israel</a:t>
            </a:r>
            <a:endParaRPr lang="pt-BR" sz="3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395536" y="2363396"/>
            <a:ext cx="8352928" cy="156966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O que todo o povo que vivia no Egito precisava fazer para que seus filhos mais velhos fossem salvos?</a:t>
            </a:r>
            <a:endParaRPr lang="pt-BR" sz="3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395536" y="4151982"/>
            <a:ext cx="8208912" cy="107721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Espalhar sangue sobre os umbrais das portas das casas onde viviam</a:t>
            </a:r>
            <a:endParaRPr lang="pt-BR" sz="3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467544" y="5373216"/>
            <a:ext cx="8064896" cy="5847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De quem era esse sangue?</a:t>
            </a:r>
            <a:endParaRPr lang="pt-BR" sz="3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467544" y="6093296"/>
            <a:ext cx="5904656" cy="584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De um cordeiro sem defeito</a:t>
            </a:r>
            <a:endParaRPr lang="pt-BR" sz="3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mages (2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34244" y="-27384"/>
            <a:ext cx="9178244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251520" y="188640"/>
            <a:ext cx="7200800" cy="5847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O cordeiro apontava para quem?</a:t>
            </a:r>
            <a:endParaRPr lang="pt-BR" sz="3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251520" y="980728"/>
            <a:ext cx="8316416" cy="584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Jesus</a:t>
            </a:r>
            <a:endParaRPr lang="pt-BR" sz="3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251520" y="1772816"/>
            <a:ext cx="8352928" cy="83099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O que aconteceu no dia de comemoração da Páscoa no Novo Testamento?</a:t>
            </a:r>
            <a:endParaRPr lang="pt-BR" sz="24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251520" y="2780928"/>
            <a:ext cx="8208912" cy="95410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Jesus morreu na cruz, derramando o seu sangue para nos salvar</a:t>
            </a:r>
            <a:endParaRPr lang="pt-BR" sz="28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251520" y="3861048"/>
            <a:ext cx="8064896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Por que Jesus precisou morrer para nos salvar?</a:t>
            </a:r>
            <a:endParaRPr lang="pt-BR" sz="28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251520" y="4509120"/>
            <a:ext cx="8640960" cy="224676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Porque o salário, o preço, o custo, a consequência do pecado é a morte. Quando Adão e Eva pecaram, desobedeceram foram punidos com a morte. Jesus deu a sua vida, morreu a nossa morte, para que pudéssemos viver eternamente.</a:t>
            </a:r>
            <a:endParaRPr lang="pt-BR" sz="28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mages (3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5892" y="0"/>
            <a:ext cx="9149892" cy="6853587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395536" y="980728"/>
            <a:ext cx="8424936" cy="9541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Na última aula  falamos sobre uma outra “sombra” de Jesus. Quem era?</a:t>
            </a:r>
            <a:endParaRPr lang="pt-BR" sz="28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67544" y="2276872"/>
            <a:ext cx="5328592" cy="584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O sacerdote</a:t>
            </a:r>
            <a:endParaRPr lang="pt-BR" sz="3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467544" y="3212976"/>
            <a:ext cx="5688632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6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O que era um sacerdote?</a:t>
            </a:r>
            <a:endParaRPr lang="pt-BR" sz="36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467544" y="4149081"/>
            <a:ext cx="8352928" cy="233910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dirty="0" smtClean="0"/>
              <a:t>Se </a:t>
            </a:r>
            <a:r>
              <a:rPr lang="pt-BR" sz="3200" dirty="0"/>
              <a:t>um profeta era alguém chamado por Deus para revelar Sua mensagem às pessoas. O Sacerdote era diferente, ele representa o homem na presença de Deus. </a:t>
            </a:r>
          </a:p>
          <a:p>
            <a:endParaRPr lang="pt-BR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Se um profeta era alguém chamado por Deus para revelar Sua mensagem às pessoas. O Sacerdote era diferente, ele representa o homem na presença de Deus. </a:t>
            </a: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circulos-coloridos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395536" y="1124744"/>
            <a:ext cx="8496944" cy="209288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Recebia os </a:t>
            </a:r>
            <a:r>
              <a:rPr lang="pt-BR" sz="28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animais </a:t>
            </a:r>
            <a:r>
              <a:rPr lang="pt-BR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levados pelo povo e </a:t>
            </a:r>
            <a:r>
              <a:rPr lang="pt-BR" sz="28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os </a:t>
            </a:r>
            <a:r>
              <a:rPr lang="pt-BR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sacrificava. Ele </a:t>
            </a:r>
            <a:r>
              <a:rPr lang="pt-BR" sz="28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era o responsável por receber o animal e oferecer a Deus como perdão de pecados do ofertante. Ele era um mediador entre o homem e Deus. </a:t>
            </a:r>
          </a:p>
          <a:p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467544" y="332656"/>
            <a:ext cx="5256584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O que o sacerdote fazia?</a:t>
            </a:r>
            <a:endParaRPr lang="pt-BR" sz="28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395536" y="3501008"/>
            <a:ext cx="8424936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Por que dizemos que Jesus é o nosso Sumo Sacerdote?</a:t>
            </a:r>
            <a:endParaRPr lang="pt-BR" sz="28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395536" y="4365104"/>
            <a:ext cx="8424936" cy="206210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Porque Ele intercede por nós junto a Deus. </a:t>
            </a:r>
            <a:r>
              <a:rPr lang="pt-BR" sz="3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Ele é ao mesmo tempo o intercessor e a oferta. </a:t>
            </a:r>
            <a:r>
              <a:rPr lang="pt-BR" sz="3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Por isso temos certeza que nossas orações são ouvidas e respondidas pelo Pai.</a:t>
            </a:r>
            <a:endParaRPr lang="pt-BR" sz="3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ownloa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95536" y="260648"/>
            <a:ext cx="3024336" cy="5232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O homem pecou</a:t>
            </a:r>
            <a:endParaRPr lang="pt-BR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395536" y="980728"/>
            <a:ext cx="5328592" cy="52322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O preço do pecado é a morte</a:t>
            </a:r>
            <a:endParaRPr lang="pt-BR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395536" y="1772816"/>
            <a:ext cx="8136904" cy="5232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dirty="0" smtClean="0"/>
              <a:t>Porque Deus nos ama Ele nos salvou da morte  </a:t>
            </a:r>
            <a:endParaRPr lang="pt-BR" sz="2800" dirty="0"/>
          </a:p>
        </p:txBody>
      </p:sp>
      <p:sp>
        <p:nvSpPr>
          <p:cNvPr id="8" name="CaixaDeTexto 7"/>
          <p:cNvSpPr txBox="1"/>
          <p:nvPr/>
        </p:nvSpPr>
        <p:spPr>
          <a:xfrm>
            <a:off x="467544" y="2564904"/>
            <a:ext cx="8424936" cy="9541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dirty="0" smtClean="0"/>
              <a:t>A  </a:t>
            </a:r>
            <a:r>
              <a:rPr lang="pt-BR" sz="2800" dirty="0" smtClean="0"/>
              <a:t>nossa </a:t>
            </a:r>
            <a:r>
              <a:rPr lang="pt-BR" sz="2800" dirty="0" smtClean="0"/>
              <a:t>salvação nos foi prometida assim que o homem pecou</a:t>
            </a:r>
            <a:endParaRPr lang="pt-BR" sz="28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467544" y="3789040"/>
            <a:ext cx="8352928" cy="5232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chemeClr val="bg1"/>
                </a:solidFill>
              </a:rPr>
              <a:t>O nosso salvador é Jesus o Filho de Deus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539552" y="5517232"/>
            <a:ext cx="8136904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bg1"/>
                </a:solidFill>
              </a:rPr>
              <a:t>Você crê em Jesus? Já o recebeu em sua vida?</a:t>
            </a:r>
            <a:endParaRPr lang="pt-BR" sz="3200" dirty="0">
              <a:solidFill>
                <a:schemeClr val="bg1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539552" y="4653136"/>
            <a:ext cx="8280920" cy="5232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800" dirty="0" smtClean="0">
                <a:solidFill>
                  <a:schemeClr val="bg1"/>
                </a:solidFill>
              </a:rPr>
              <a:t>Ele nos revelou a mensagem de salvação de Deus</a:t>
            </a:r>
            <a:endParaRPr lang="pt-BR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circulos-coloridos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95536" y="476672"/>
            <a:ext cx="8424936" cy="107721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bg1"/>
                </a:solidFill>
              </a:rPr>
              <a:t>Se você já o recebeu o Espírito Santo vive em você</a:t>
            </a:r>
            <a:endParaRPr lang="pt-BR" sz="3200" dirty="0">
              <a:solidFill>
                <a:schemeClr val="bg1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323528" y="1988840"/>
            <a:ext cx="8496944" cy="107721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chemeClr val="bg1"/>
                </a:solidFill>
              </a:rPr>
              <a:t>Assim como ele foi, você é chamado para ser um profeta e um sacerdote</a:t>
            </a:r>
            <a:endParaRPr lang="pt-BR" sz="3200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683568" y="4005064"/>
            <a:ext cx="7488832" cy="76944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4400" dirty="0" smtClean="0">
                <a:solidFill>
                  <a:schemeClr val="bg1"/>
                </a:solidFill>
              </a:rPr>
              <a:t>Você está preparado?</a:t>
            </a:r>
            <a:endParaRPr lang="pt-BR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5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6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xo">
  <a:themeElements>
    <a:clrScheme name="Flux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x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x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781</TotalTime>
  <Words>794</Words>
  <Application>Microsoft Office PowerPoint</Application>
  <PresentationFormat>Apresentação na tela (4:3)</PresentationFormat>
  <Paragraphs>82</Paragraphs>
  <Slides>31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2" baseType="lpstr">
      <vt:lpstr>Fluxo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Esther</dc:creator>
  <cp:lastModifiedBy>Esther</cp:lastModifiedBy>
  <cp:revision>60</cp:revision>
  <dcterms:created xsi:type="dcterms:W3CDTF">2013-08-29T10:57:23Z</dcterms:created>
  <dcterms:modified xsi:type="dcterms:W3CDTF">2013-08-30T21:44:15Z</dcterms:modified>
</cp:coreProperties>
</file>