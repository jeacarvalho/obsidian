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Clique </a:t>
            </a: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para </a:t>
            </a: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editar </a:t>
            </a: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o título </a:t>
            </a: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Mestre</a:t>
            </a:r>
            <a:endParaRPr b="0" lang="pt-B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C1DB2BE0-4DE7-4DB1-BE51-34E9A46463E0}" type="datetime">
              <a:rPr b="0" lang="pt-BR" sz="1200" spc="-1" strike="noStrike">
                <a:solidFill>
                  <a:srgbClr val="8b8b8b"/>
                </a:solidFill>
                <a:latin typeface="Calibri"/>
              </a:rPr>
              <a:t>08/12/20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pt-BR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5007E38-1A05-478A-88C0-3A381C30281A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1"/>
          <p:cNvGrpSpPr/>
          <p:nvPr/>
        </p:nvGrpSpPr>
        <p:grpSpPr>
          <a:xfrm>
            <a:off x="633600" y="0"/>
            <a:ext cx="10611000" cy="6857640"/>
            <a:chOff x="633600" y="0"/>
            <a:chExt cx="10611000" cy="6857640"/>
          </a:xfrm>
        </p:grpSpPr>
        <p:pic>
          <p:nvPicPr>
            <p:cNvPr id="42" name="Imagem 4" descr=""/>
            <p:cNvPicPr/>
            <p:nvPr/>
          </p:nvPicPr>
          <p:blipFill>
            <a:blip r:embed="rId1">
              <a:alphaModFix amt="70000"/>
            </a:blip>
            <a:srcRect l="39554" t="0" r="0" b="0"/>
            <a:stretch/>
          </p:blipFill>
          <p:spPr>
            <a:xfrm>
              <a:off x="3875400" y="0"/>
              <a:ext cx="7369200" cy="6857640"/>
            </a:xfrm>
            <a:prstGeom prst="rect">
              <a:avLst/>
            </a:prstGeom>
            <a:ln>
              <a:noFill/>
            </a:ln>
          </p:spPr>
        </p:pic>
        <p:sp>
          <p:nvSpPr>
            <p:cNvPr id="43" name="CustomShape 2"/>
            <p:cNvSpPr/>
            <p:nvPr/>
          </p:nvSpPr>
          <p:spPr>
            <a:xfrm>
              <a:off x="633600" y="1774080"/>
              <a:ext cx="2838960" cy="2863080"/>
            </a:xfrm>
            <a:prstGeom prst="roundRect">
              <a:avLst>
                <a:gd name="adj" fmla="val 16667"/>
              </a:avLst>
            </a:prstGeom>
            <a:blipFill rotWithShape="0">
              <a:blip r:embed="rId2"/>
              <a:stretch>
                <a:fillRect l="0" t="0" r="58302" b="25238"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" name="CustomShape 3"/>
          <p:cNvSpPr/>
          <p:nvPr/>
        </p:nvSpPr>
        <p:spPr>
          <a:xfrm>
            <a:off x="3690360" y="849240"/>
            <a:ext cx="3080520" cy="1849680"/>
          </a:xfrm>
          <a:prstGeom prst="roundRect">
            <a:avLst>
              <a:gd name="adj" fmla="val 16667"/>
            </a:avLst>
          </a:prstGeom>
          <a:ln w="2844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pt-BR" sz="1800" spc="-1" strike="noStrike">
                <a:latin typeface="Arial"/>
              </a:rPr>
              <a:t> </a:t>
            </a:r>
            <a:r>
              <a:rPr b="0" lang="pt-BR" sz="1800" spc="-1" strike="noStrike">
                <a:latin typeface="Arial"/>
              </a:rPr>
              <a:t>- Questionar mais as demandas tortas. Tentar formatar melhor</a:t>
            </a:r>
            <a:endParaRPr b="0" lang="pt-BR" sz="1800" spc="-1" strike="noStrike">
              <a:latin typeface="Arial"/>
            </a:endParaRPr>
          </a:p>
          <a:p>
            <a:pPr algn="ctr"/>
            <a:r>
              <a:rPr b="0" lang="pt-BR" sz="1800" spc="-1" strike="noStrike">
                <a:latin typeface="Arial"/>
              </a:rPr>
              <a:t>- Avisar ao Adur na roubada de propósito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5" name="CustomShape 4"/>
          <p:cNvSpPr/>
          <p:nvPr/>
        </p:nvSpPr>
        <p:spPr>
          <a:xfrm>
            <a:off x="8839080" y="849240"/>
            <a:ext cx="3080520" cy="1849680"/>
          </a:xfrm>
          <a:prstGeom prst="roundRect">
            <a:avLst>
              <a:gd name="adj" fmla="val 16667"/>
            </a:avLst>
          </a:prstGeom>
          <a:ln w="2844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pt-BR" sz="1800" spc="-1" strike="noStrike">
                <a:latin typeface="Arial"/>
              </a:rPr>
              <a:t>Entregar o relatório do eLel</a:t>
            </a:r>
            <a:endParaRPr b="0" lang="pt-BR" sz="1800" spc="-1" strike="noStrike">
              <a:latin typeface="Arial"/>
            </a:endParaRPr>
          </a:p>
          <a:p>
            <a:pPr algn="ctr"/>
            <a:r>
              <a:rPr b="0" lang="pt-BR" sz="1800" spc="-1" strike="noStrike">
                <a:latin typeface="Arial"/>
              </a:rPr>
              <a:t>O mais chato sair logo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6" name="CustomShape 5"/>
          <p:cNvSpPr/>
          <p:nvPr/>
        </p:nvSpPr>
        <p:spPr>
          <a:xfrm>
            <a:off x="3690360" y="3668400"/>
            <a:ext cx="3080520" cy="1849680"/>
          </a:xfrm>
          <a:prstGeom prst="roundRect">
            <a:avLst>
              <a:gd name="adj" fmla="val 16667"/>
            </a:avLst>
          </a:prstGeom>
          <a:ln w="2844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pt-BR" sz="1800" spc="-1" strike="noStrike">
                <a:latin typeface="Arial"/>
              </a:rPr>
              <a:t>Procurar ajuda da Luciana quando tiver dúvidas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7" name="CustomShape 6"/>
          <p:cNvSpPr/>
          <p:nvPr/>
        </p:nvSpPr>
        <p:spPr>
          <a:xfrm>
            <a:off x="8839080" y="3668400"/>
            <a:ext cx="3080520" cy="1849680"/>
          </a:xfrm>
          <a:prstGeom prst="roundRect">
            <a:avLst>
              <a:gd name="adj" fmla="val 16667"/>
            </a:avLst>
          </a:prstGeom>
          <a:ln w="2844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pt-BR" sz="1800" spc="-1" strike="noStrike">
                <a:latin typeface="Arial"/>
              </a:rPr>
              <a:t>- Conversar com Felipe sobre a postura..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LibreOffice/6.4.6.2$Linux_X86_64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2020-11-23T16:00:24Z</dcterms:created>
  <dc:creator>Kelly Moura Fialho</dc:creator>
  <dc:description/>
  <dc:language>pt-BR</dc:language>
  <cp:lastModifiedBy/>
  <dcterms:modified xsi:type="dcterms:W3CDTF">2020-12-08T16:56:44Z</dcterms:modified>
  <cp:revision>4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